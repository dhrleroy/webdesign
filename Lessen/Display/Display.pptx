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19"/>
  </p:notesMasterIdLst>
  <p:handoutMasterIdLst>
    <p:handoutMasterId r:id="rId20"/>
  </p:handoutMasterIdLst>
  <p:sldIdLst>
    <p:sldId id="257" r:id="rId2"/>
    <p:sldId id="258" r:id="rId3"/>
    <p:sldId id="259" r:id="rId4"/>
    <p:sldId id="260" r:id="rId5"/>
    <p:sldId id="261" r:id="rId6"/>
    <p:sldId id="262" r:id="rId7"/>
    <p:sldId id="263" r:id="rId8"/>
    <p:sldId id="264" r:id="rId9"/>
    <p:sldId id="265" r:id="rId10"/>
    <p:sldId id="268" r:id="rId11"/>
    <p:sldId id="269" r:id="rId12"/>
    <p:sldId id="267" r:id="rId13"/>
    <p:sldId id="266" r:id="rId14"/>
    <p:sldId id="270" r:id="rId15"/>
    <p:sldId id="271" r:id="rId16"/>
    <p:sldId id="272" r:id="rId17"/>
    <p:sldId id="273" r:id="rId18"/>
  </p:sldIdLst>
  <p:sldSz cx="12192000" cy="6858000"/>
  <p:notesSz cx="6858000" cy="9144000"/>
  <p:defaultTextStyle>
    <a:defPPr rtl="0">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D616E2-1085-46FA-B45A-8B1B4B6E2F4B}" v="13" dt="2025-10-24T07:46:26.029"/>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91" autoAdjust="0"/>
    <p:restoredTop sz="94660"/>
  </p:normalViewPr>
  <p:slideViewPr>
    <p:cSldViewPr snapToGrid="0">
      <p:cViewPr varScale="1">
        <p:scale>
          <a:sx n="63" d="100"/>
          <a:sy n="63" d="100"/>
        </p:scale>
        <p:origin x="1028" y="56"/>
      </p:cViewPr>
      <p:guideLst/>
    </p:cSldViewPr>
  </p:slideViewPr>
  <p:notesTextViewPr>
    <p:cViewPr>
      <p:scale>
        <a:sx n="1" d="1"/>
        <a:sy n="1" d="1"/>
      </p:scale>
      <p:origin x="0" y="0"/>
    </p:cViewPr>
  </p:notesTextViewPr>
  <p:notesViewPr>
    <p:cSldViewPr snapToGrid="0">
      <p:cViewPr varScale="1">
        <p:scale>
          <a:sx n="120" d="100"/>
          <a:sy n="120" d="100"/>
        </p:scale>
        <p:origin x="5040"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aud Leroy" userId="135fb8da-5d77-4f74-8269-9536d61f18e3" providerId="ADAL" clId="{E78863E9-63F1-4351-B732-0F17272A4588}"/>
    <pc:docChg chg="undo custSel addSld modSld">
      <pc:chgData name="Renaud Leroy" userId="135fb8da-5d77-4f74-8269-9536d61f18e3" providerId="ADAL" clId="{E78863E9-63F1-4351-B732-0F17272A4588}" dt="2025-10-24T08:39:01.100" v="4406" actId="20577"/>
      <pc:docMkLst>
        <pc:docMk/>
      </pc:docMkLst>
      <pc:sldChg chg="modSp mod">
        <pc:chgData name="Renaud Leroy" userId="135fb8da-5d77-4f74-8269-9536d61f18e3" providerId="ADAL" clId="{E78863E9-63F1-4351-B732-0F17272A4588}" dt="2025-10-17T05:22:11.033" v="7" actId="20577"/>
        <pc:sldMkLst>
          <pc:docMk/>
          <pc:sldMk cId="1472645518" sldId="293"/>
        </pc:sldMkLst>
        <pc:spChg chg="mod">
          <ac:chgData name="Renaud Leroy" userId="135fb8da-5d77-4f74-8269-9536d61f18e3" providerId="ADAL" clId="{E78863E9-63F1-4351-B732-0F17272A4588}" dt="2025-10-17T05:22:11.033" v="7" actId="20577"/>
          <ac:spMkLst>
            <pc:docMk/>
            <pc:sldMk cId="1472645518" sldId="293"/>
            <ac:spMk id="3" creationId="{C0C7DA2F-B487-D715-97AA-0F61AA2BE5F7}"/>
          </ac:spMkLst>
        </pc:spChg>
      </pc:sldChg>
      <pc:sldChg chg="modSp mod">
        <pc:chgData name="Renaud Leroy" userId="135fb8da-5d77-4f74-8269-9536d61f18e3" providerId="ADAL" clId="{E78863E9-63F1-4351-B732-0F17272A4588}" dt="2025-10-17T06:53:19.638" v="816" actId="948"/>
        <pc:sldMkLst>
          <pc:docMk/>
          <pc:sldMk cId="2505658942" sldId="296"/>
        </pc:sldMkLst>
        <pc:spChg chg="mod">
          <ac:chgData name="Renaud Leroy" userId="135fb8da-5d77-4f74-8269-9536d61f18e3" providerId="ADAL" clId="{E78863E9-63F1-4351-B732-0F17272A4588}" dt="2025-10-17T06:53:19.638" v="816" actId="948"/>
          <ac:spMkLst>
            <pc:docMk/>
            <pc:sldMk cId="2505658942" sldId="296"/>
            <ac:spMk id="3" creationId="{88043A32-EE52-64EB-FCD5-5DBAEF80E0ED}"/>
          </ac:spMkLst>
        </pc:spChg>
      </pc:sldChg>
      <pc:sldChg chg="modSp mod">
        <pc:chgData name="Renaud Leroy" userId="135fb8da-5d77-4f74-8269-9536d61f18e3" providerId="ADAL" clId="{E78863E9-63F1-4351-B732-0F17272A4588}" dt="2025-10-17T05:33:53.716" v="531" actId="20577"/>
        <pc:sldMkLst>
          <pc:docMk/>
          <pc:sldMk cId="4286566524" sldId="298"/>
        </pc:sldMkLst>
        <pc:spChg chg="mod">
          <ac:chgData name="Renaud Leroy" userId="135fb8da-5d77-4f74-8269-9536d61f18e3" providerId="ADAL" clId="{E78863E9-63F1-4351-B732-0F17272A4588}" dt="2025-10-17T05:33:53.716" v="531" actId="20577"/>
          <ac:spMkLst>
            <pc:docMk/>
            <pc:sldMk cId="4286566524" sldId="298"/>
            <ac:spMk id="3" creationId="{8AA2CD61-9F66-24DD-D34D-6E56967FEEAA}"/>
          </ac:spMkLst>
        </pc:spChg>
      </pc:sldChg>
      <pc:sldChg chg="modSp mod">
        <pc:chgData name="Renaud Leroy" userId="135fb8da-5d77-4f74-8269-9536d61f18e3" providerId="ADAL" clId="{E78863E9-63F1-4351-B732-0F17272A4588}" dt="2025-10-17T05:37:59.568" v="644" actId="20577"/>
        <pc:sldMkLst>
          <pc:docMk/>
          <pc:sldMk cId="3005535933" sldId="299"/>
        </pc:sldMkLst>
        <pc:spChg chg="mod">
          <ac:chgData name="Renaud Leroy" userId="135fb8da-5d77-4f74-8269-9536d61f18e3" providerId="ADAL" clId="{E78863E9-63F1-4351-B732-0F17272A4588}" dt="2025-10-17T05:37:59.568" v="644" actId="20577"/>
          <ac:spMkLst>
            <pc:docMk/>
            <pc:sldMk cId="3005535933" sldId="299"/>
            <ac:spMk id="5" creationId="{CC30B339-17E8-3DC1-5998-6C8B1D75AEDF}"/>
          </ac:spMkLst>
        </pc:spChg>
      </pc:sldChg>
      <pc:sldChg chg="modSp mod">
        <pc:chgData name="Renaud Leroy" userId="135fb8da-5d77-4f74-8269-9536d61f18e3" providerId="ADAL" clId="{E78863E9-63F1-4351-B732-0F17272A4588}" dt="2025-10-17T05:28:02.445" v="513" actId="948"/>
        <pc:sldMkLst>
          <pc:docMk/>
          <pc:sldMk cId="1547160706" sldId="300"/>
        </pc:sldMkLst>
        <pc:spChg chg="mod">
          <ac:chgData name="Renaud Leroy" userId="135fb8da-5d77-4f74-8269-9536d61f18e3" providerId="ADAL" clId="{E78863E9-63F1-4351-B732-0F17272A4588}" dt="2025-10-17T05:28:02.445" v="513" actId="948"/>
          <ac:spMkLst>
            <pc:docMk/>
            <pc:sldMk cId="1547160706" sldId="300"/>
            <ac:spMk id="3" creationId="{C836F053-5EF6-11BF-9078-583F9ADCB9CA}"/>
          </ac:spMkLst>
        </pc:spChg>
      </pc:sldChg>
      <pc:sldChg chg="modSp add mod">
        <pc:chgData name="Renaud Leroy" userId="135fb8da-5d77-4f74-8269-9536d61f18e3" providerId="ADAL" clId="{E78863E9-63F1-4351-B732-0F17272A4588}" dt="2025-10-17T05:26:48.205" v="410" actId="20577"/>
        <pc:sldMkLst>
          <pc:docMk/>
          <pc:sldMk cId="3570912639" sldId="313"/>
        </pc:sldMkLst>
        <pc:spChg chg="mod">
          <ac:chgData name="Renaud Leroy" userId="135fb8da-5d77-4f74-8269-9536d61f18e3" providerId="ADAL" clId="{E78863E9-63F1-4351-B732-0F17272A4588}" dt="2025-10-17T05:23:32.622" v="37" actId="20577"/>
          <ac:spMkLst>
            <pc:docMk/>
            <pc:sldMk cId="3570912639" sldId="313"/>
            <ac:spMk id="2" creationId="{5C4E335F-8143-1B7C-7A2E-4CC72C386903}"/>
          </ac:spMkLst>
        </pc:spChg>
        <pc:spChg chg="mod">
          <ac:chgData name="Renaud Leroy" userId="135fb8da-5d77-4f74-8269-9536d61f18e3" providerId="ADAL" clId="{E78863E9-63F1-4351-B732-0F17272A4588}" dt="2025-10-17T05:26:48.205" v="410" actId="20577"/>
          <ac:spMkLst>
            <pc:docMk/>
            <pc:sldMk cId="3570912639" sldId="313"/>
            <ac:spMk id="3" creationId="{B9127A27-F7F7-2B91-6E98-C8B341DC6D11}"/>
          </ac:spMkLst>
        </pc:spChg>
      </pc:sldChg>
      <pc:sldChg chg="modSp add mod">
        <pc:chgData name="Renaud Leroy" userId="135fb8da-5d77-4f74-8269-9536d61f18e3" providerId="ADAL" clId="{E78863E9-63F1-4351-B732-0F17272A4588}" dt="2025-10-17T05:35:52.627" v="634"/>
        <pc:sldMkLst>
          <pc:docMk/>
          <pc:sldMk cId="723633610" sldId="314"/>
        </pc:sldMkLst>
        <pc:spChg chg="mod">
          <ac:chgData name="Renaud Leroy" userId="135fb8da-5d77-4f74-8269-9536d61f18e3" providerId="ADAL" clId="{E78863E9-63F1-4351-B732-0F17272A4588}" dt="2025-10-17T05:35:52.627" v="634"/>
          <ac:spMkLst>
            <pc:docMk/>
            <pc:sldMk cId="723633610" sldId="314"/>
            <ac:spMk id="7" creationId="{A4C0ABFC-390F-8652-9867-86BB5B1305BF}"/>
          </ac:spMkLst>
        </pc:spChg>
      </pc:sldChg>
      <pc:sldChg chg="modSp add mod">
        <pc:chgData name="Renaud Leroy" userId="135fb8da-5d77-4f74-8269-9536d61f18e3" providerId="ADAL" clId="{E78863E9-63F1-4351-B732-0F17272A4588}" dt="2025-10-17T07:21:26.736" v="2171" actId="948"/>
        <pc:sldMkLst>
          <pc:docMk/>
          <pc:sldMk cId="3905181089" sldId="315"/>
        </pc:sldMkLst>
        <pc:spChg chg="mod">
          <ac:chgData name="Renaud Leroy" userId="135fb8da-5d77-4f74-8269-9536d61f18e3" providerId="ADAL" clId="{E78863E9-63F1-4351-B732-0F17272A4588}" dt="2025-10-17T07:21:26.736" v="2171" actId="948"/>
          <ac:spMkLst>
            <pc:docMk/>
            <pc:sldMk cId="3905181089" sldId="315"/>
            <ac:spMk id="3" creationId="{3990D63E-44AA-6C52-D944-9C824DAE8E09}"/>
          </ac:spMkLst>
        </pc:spChg>
      </pc:sldChg>
      <pc:sldChg chg="addSp modSp new mod">
        <pc:chgData name="Renaud Leroy" userId="135fb8da-5d77-4f74-8269-9536d61f18e3" providerId="ADAL" clId="{E78863E9-63F1-4351-B732-0F17272A4588}" dt="2025-10-24T05:45:55.425" v="2528" actId="1076"/>
        <pc:sldMkLst>
          <pc:docMk/>
          <pc:sldMk cId="2081355932" sldId="316"/>
        </pc:sldMkLst>
        <pc:spChg chg="mod">
          <ac:chgData name="Renaud Leroy" userId="135fb8da-5d77-4f74-8269-9536d61f18e3" providerId="ADAL" clId="{E78863E9-63F1-4351-B732-0F17272A4588}" dt="2025-10-24T04:27:55.617" v="2200" actId="20577"/>
          <ac:spMkLst>
            <pc:docMk/>
            <pc:sldMk cId="2081355932" sldId="316"/>
            <ac:spMk id="2" creationId="{8FBAE5E5-4D22-4F1E-1CCE-D0AA68193EC9}"/>
          </ac:spMkLst>
        </pc:spChg>
        <pc:spChg chg="mod">
          <ac:chgData name="Renaud Leroy" userId="135fb8da-5d77-4f74-8269-9536d61f18e3" providerId="ADAL" clId="{E78863E9-63F1-4351-B732-0F17272A4588}" dt="2025-10-24T05:45:29.039" v="2526" actId="20577"/>
          <ac:spMkLst>
            <pc:docMk/>
            <pc:sldMk cId="2081355932" sldId="316"/>
            <ac:spMk id="3" creationId="{E1516883-9243-7775-47B4-C2F68EAE7D57}"/>
          </ac:spMkLst>
        </pc:spChg>
        <pc:picChg chg="add mod">
          <ac:chgData name="Renaud Leroy" userId="135fb8da-5d77-4f74-8269-9536d61f18e3" providerId="ADAL" clId="{E78863E9-63F1-4351-B732-0F17272A4588}" dt="2025-10-24T05:45:55.425" v="2528" actId="1076"/>
          <ac:picMkLst>
            <pc:docMk/>
            <pc:sldMk cId="2081355932" sldId="316"/>
            <ac:picMk id="5" creationId="{41231BCC-AC2E-95B7-4BE8-FF7176640E32}"/>
          </ac:picMkLst>
        </pc:picChg>
      </pc:sldChg>
      <pc:sldChg chg="modSp new mod">
        <pc:chgData name="Renaud Leroy" userId="135fb8da-5d77-4f74-8269-9536d61f18e3" providerId="ADAL" clId="{E78863E9-63F1-4351-B732-0F17272A4588}" dt="2025-10-24T05:51:31.548" v="2923" actId="20577"/>
        <pc:sldMkLst>
          <pc:docMk/>
          <pc:sldMk cId="1121136724" sldId="317"/>
        </pc:sldMkLst>
        <pc:spChg chg="mod">
          <ac:chgData name="Renaud Leroy" userId="135fb8da-5d77-4f74-8269-9536d61f18e3" providerId="ADAL" clId="{E78863E9-63F1-4351-B732-0F17272A4588}" dt="2025-10-24T05:48:41.840" v="2768" actId="20577"/>
          <ac:spMkLst>
            <pc:docMk/>
            <pc:sldMk cId="1121136724" sldId="317"/>
            <ac:spMk id="2" creationId="{AA871537-1A64-BEFD-2571-A48171A36042}"/>
          </ac:spMkLst>
        </pc:spChg>
        <pc:spChg chg="mod">
          <ac:chgData name="Renaud Leroy" userId="135fb8da-5d77-4f74-8269-9536d61f18e3" providerId="ADAL" clId="{E78863E9-63F1-4351-B732-0F17272A4588}" dt="2025-10-24T05:51:31.548" v="2923" actId="20577"/>
          <ac:spMkLst>
            <pc:docMk/>
            <pc:sldMk cId="1121136724" sldId="317"/>
            <ac:spMk id="3" creationId="{24292FD7-4DFD-2DAC-B075-5752F62F502D}"/>
          </ac:spMkLst>
        </pc:spChg>
      </pc:sldChg>
      <pc:sldChg chg="modSp new mod">
        <pc:chgData name="Renaud Leroy" userId="135fb8da-5d77-4f74-8269-9536d61f18e3" providerId="ADAL" clId="{E78863E9-63F1-4351-B732-0F17272A4588}" dt="2025-10-24T07:14:33.513" v="3903" actId="20577"/>
        <pc:sldMkLst>
          <pc:docMk/>
          <pc:sldMk cId="1886517046" sldId="318"/>
        </pc:sldMkLst>
        <pc:spChg chg="mod">
          <ac:chgData name="Renaud Leroy" userId="135fb8da-5d77-4f74-8269-9536d61f18e3" providerId="ADAL" clId="{E78863E9-63F1-4351-B732-0F17272A4588}" dt="2025-10-24T05:51:47.262" v="2934" actId="20577"/>
          <ac:spMkLst>
            <pc:docMk/>
            <pc:sldMk cId="1886517046" sldId="318"/>
            <ac:spMk id="2" creationId="{4BC1D566-3060-DEA4-D3E5-AE08E6AAF4E3}"/>
          </ac:spMkLst>
        </pc:spChg>
        <pc:spChg chg="mod">
          <ac:chgData name="Renaud Leroy" userId="135fb8da-5d77-4f74-8269-9536d61f18e3" providerId="ADAL" clId="{E78863E9-63F1-4351-B732-0F17272A4588}" dt="2025-10-24T07:14:33.513" v="3903" actId="20577"/>
          <ac:spMkLst>
            <pc:docMk/>
            <pc:sldMk cId="1886517046" sldId="318"/>
            <ac:spMk id="3" creationId="{CB7B76A4-B65F-B896-47D8-308C35585AB6}"/>
          </ac:spMkLst>
        </pc:spChg>
      </pc:sldChg>
      <pc:sldChg chg="modSp new mod">
        <pc:chgData name="Renaud Leroy" userId="135fb8da-5d77-4f74-8269-9536d61f18e3" providerId="ADAL" clId="{E78863E9-63F1-4351-B732-0F17272A4588}" dt="2025-10-24T07:45:29.449" v="4299" actId="948"/>
        <pc:sldMkLst>
          <pc:docMk/>
          <pc:sldMk cId="3634513009" sldId="319"/>
        </pc:sldMkLst>
        <pc:spChg chg="mod">
          <ac:chgData name="Renaud Leroy" userId="135fb8da-5d77-4f74-8269-9536d61f18e3" providerId="ADAL" clId="{E78863E9-63F1-4351-B732-0F17272A4588}" dt="2025-10-24T07:41:46.641" v="4066" actId="20577"/>
          <ac:spMkLst>
            <pc:docMk/>
            <pc:sldMk cId="3634513009" sldId="319"/>
            <ac:spMk id="2" creationId="{FA38EAA5-443A-8113-21C2-65B0A465F03F}"/>
          </ac:spMkLst>
        </pc:spChg>
        <pc:spChg chg="mod">
          <ac:chgData name="Renaud Leroy" userId="135fb8da-5d77-4f74-8269-9536d61f18e3" providerId="ADAL" clId="{E78863E9-63F1-4351-B732-0F17272A4588}" dt="2025-10-24T07:45:29.449" v="4299" actId="948"/>
          <ac:spMkLst>
            <pc:docMk/>
            <pc:sldMk cId="3634513009" sldId="319"/>
            <ac:spMk id="3" creationId="{47A9FE3F-2D5C-64B5-498E-8A9BA525083E}"/>
          </ac:spMkLst>
        </pc:spChg>
      </pc:sldChg>
      <pc:sldChg chg="modSp add mod">
        <pc:chgData name="Renaud Leroy" userId="135fb8da-5d77-4f74-8269-9536d61f18e3" providerId="ADAL" clId="{E78863E9-63F1-4351-B732-0F17272A4588}" dt="2025-10-24T07:47:33.202" v="4338" actId="2711"/>
        <pc:sldMkLst>
          <pc:docMk/>
          <pc:sldMk cId="2195352514" sldId="320"/>
        </pc:sldMkLst>
        <pc:spChg chg="mod">
          <ac:chgData name="Renaud Leroy" userId="135fb8da-5d77-4f74-8269-9536d61f18e3" providerId="ADAL" clId="{E78863E9-63F1-4351-B732-0F17272A4588}" dt="2025-10-24T07:47:33.202" v="4338" actId="2711"/>
          <ac:spMkLst>
            <pc:docMk/>
            <pc:sldMk cId="2195352514" sldId="320"/>
            <ac:spMk id="3" creationId="{58E1B305-EAD6-93B2-10CB-3581790B41DF}"/>
          </ac:spMkLst>
        </pc:spChg>
      </pc:sldChg>
      <pc:sldChg chg="modSp new mod">
        <pc:chgData name="Renaud Leroy" userId="135fb8da-5d77-4f74-8269-9536d61f18e3" providerId="ADAL" clId="{E78863E9-63F1-4351-B732-0F17272A4588}" dt="2025-10-24T08:39:01.100" v="4406" actId="20577"/>
        <pc:sldMkLst>
          <pc:docMk/>
          <pc:sldMk cId="139032914" sldId="321"/>
        </pc:sldMkLst>
        <pc:spChg chg="mod">
          <ac:chgData name="Renaud Leroy" userId="135fb8da-5d77-4f74-8269-9536d61f18e3" providerId="ADAL" clId="{E78863E9-63F1-4351-B732-0F17272A4588}" dt="2025-10-24T07:47:46.388" v="4347" actId="20577"/>
          <ac:spMkLst>
            <pc:docMk/>
            <pc:sldMk cId="139032914" sldId="321"/>
            <ac:spMk id="2" creationId="{869D75BB-70B7-DD2A-ACFC-1F56A2481650}"/>
          </ac:spMkLst>
        </pc:spChg>
        <pc:spChg chg="mod">
          <ac:chgData name="Renaud Leroy" userId="135fb8da-5d77-4f74-8269-9536d61f18e3" providerId="ADAL" clId="{E78863E9-63F1-4351-B732-0F17272A4588}" dt="2025-10-24T08:39:01.100" v="4406" actId="20577"/>
          <ac:spMkLst>
            <pc:docMk/>
            <pc:sldMk cId="139032914" sldId="321"/>
            <ac:spMk id="3" creationId="{14460292-D92F-C071-EBF5-FC84552BFC8B}"/>
          </ac:spMkLst>
        </pc:spChg>
      </pc:sldChg>
    </pc:docChg>
  </pc:docChgLst>
  <pc:docChgLst>
    <pc:chgData name="Renaud Leroy" userId="135fb8da-5d77-4f74-8269-9536d61f18e3" providerId="ADAL" clId="{35D616E2-1085-46FA-B45A-8B1B4B6E2F4B}"/>
    <pc:docChg chg="undo redo custSel addSld delSld modSld">
      <pc:chgData name="Renaud Leroy" userId="135fb8da-5d77-4f74-8269-9536d61f18e3" providerId="ADAL" clId="{35D616E2-1085-46FA-B45A-8B1B4B6E2F4B}" dt="2025-10-10T05:57:19.213" v="1022" actId="47"/>
      <pc:docMkLst>
        <pc:docMk/>
      </pc:docMkLst>
      <pc:sldChg chg="modSp mod">
        <pc:chgData name="Renaud Leroy" userId="135fb8da-5d77-4f74-8269-9536d61f18e3" providerId="ADAL" clId="{35D616E2-1085-46FA-B45A-8B1B4B6E2F4B}" dt="2025-10-10T05:56:37.641" v="1021" actId="20577"/>
        <pc:sldMkLst>
          <pc:docMk/>
          <pc:sldMk cId="1472645518" sldId="293"/>
        </pc:sldMkLst>
        <pc:spChg chg="mod">
          <ac:chgData name="Renaud Leroy" userId="135fb8da-5d77-4f74-8269-9536d61f18e3" providerId="ADAL" clId="{35D616E2-1085-46FA-B45A-8B1B4B6E2F4B}" dt="2025-10-10T05:56:37.641" v="1021" actId="20577"/>
          <ac:spMkLst>
            <pc:docMk/>
            <pc:sldMk cId="1472645518" sldId="293"/>
            <ac:spMk id="3" creationId="{C0C7DA2F-B487-D715-97AA-0F61AA2BE5F7}"/>
          </ac:spMkLst>
        </pc:spChg>
      </pc:sldChg>
      <pc:sldChg chg="modSp mod">
        <pc:chgData name="Renaud Leroy" userId="135fb8da-5d77-4f74-8269-9536d61f18e3" providerId="ADAL" clId="{35D616E2-1085-46FA-B45A-8B1B4B6E2F4B}" dt="2025-10-10T05:56:04.698" v="978" actId="20577"/>
        <pc:sldMkLst>
          <pc:docMk/>
          <pc:sldMk cId="1547160706" sldId="300"/>
        </pc:sldMkLst>
        <pc:spChg chg="mod">
          <ac:chgData name="Renaud Leroy" userId="135fb8da-5d77-4f74-8269-9536d61f18e3" providerId="ADAL" clId="{35D616E2-1085-46FA-B45A-8B1B4B6E2F4B}" dt="2025-10-10T05:56:04.698" v="978" actId="20577"/>
          <ac:spMkLst>
            <pc:docMk/>
            <pc:sldMk cId="1547160706" sldId="300"/>
            <ac:spMk id="3" creationId="{C836F053-5EF6-11BF-9078-583F9ADCB9CA}"/>
          </ac:spMkLst>
        </pc:spChg>
      </pc:sldChg>
      <pc:sldChg chg="del">
        <pc:chgData name="Renaud Leroy" userId="135fb8da-5d77-4f74-8269-9536d61f18e3" providerId="ADAL" clId="{35D616E2-1085-46FA-B45A-8B1B4B6E2F4B}" dt="2025-10-10T05:57:19.213" v="1022" actId="47"/>
        <pc:sldMkLst>
          <pc:docMk/>
          <pc:sldMk cId="69329851" sldId="302"/>
        </pc:sldMkLst>
      </pc:sldChg>
      <pc:sldChg chg="modSp mod">
        <pc:chgData name="Renaud Leroy" userId="135fb8da-5d77-4f74-8269-9536d61f18e3" providerId="ADAL" clId="{35D616E2-1085-46FA-B45A-8B1B4B6E2F4B}" dt="2025-10-10T05:31:32.376" v="453" actId="20577"/>
        <pc:sldMkLst>
          <pc:docMk/>
          <pc:sldMk cId="3466630859" sldId="305"/>
        </pc:sldMkLst>
        <pc:spChg chg="mod">
          <ac:chgData name="Renaud Leroy" userId="135fb8da-5d77-4f74-8269-9536d61f18e3" providerId="ADAL" clId="{35D616E2-1085-46FA-B45A-8B1B4B6E2F4B}" dt="2025-10-10T05:31:32.376" v="453" actId="20577"/>
          <ac:spMkLst>
            <pc:docMk/>
            <pc:sldMk cId="3466630859" sldId="305"/>
            <ac:spMk id="3" creationId="{63C23151-D61C-FF5B-E4F5-55F973585E16}"/>
          </ac:spMkLst>
        </pc:spChg>
      </pc:sldChg>
      <pc:sldChg chg="modSp mod">
        <pc:chgData name="Renaud Leroy" userId="135fb8da-5d77-4f74-8269-9536d61f18e3" providerId="ADAL" clId="{35D616E2-1085-46FA-B45A-8B1B4B6E2F4B}" dt="2025-10-10T05:44:18.612" v="802" actId="20577"/>
        <pc:sldMkLst>
          <pc:docMk/>
          <pc:sldMk cId="1178364668" sldId="307"/>
        </pc:sldMkLst>
        <pc:spChg chg="mod">
          <ac:chgData name="Renaud Leroy" userId="135fb8da-5d77-4f74-8269-9536d61f18e3" providerId="ADAL" clId="{35D616E2-1085-46FA-B45A-8B1B4B6E2F4B}" dt="2025-10-10T05:31:42.173" v="463" actId="20577"/>
          <ac:spMkLst>
            <pc:docMk/>
            <pc:sldMk cId="1178364668" sldId="307"/>
            <ac:spMk id="2" creationId="{EE97D044-1506-7668-1ACE-B541FF5361FD}"/>
          </ac:spMkLst>
        </pc:spChg>
        <pc:spChg chg="mod">
          <ac:chgData name="Renaud Leroy" userId="135fb8da-5d77-4f74-8269-9536d61f18e3" providerId="ADAL" clId="{35D616E2-1085-46FA-B45A-8B1B4B6E2F4B}" dt="2025-10-10T05:44:18.612" v="802" actId="20577"/>
          <ac:spMkLst>
            <pc:docMk/>
            <pc:sldMk cId="1178364668" sldId="307"/>
            <ac:spMk id="3" creationId="{E57CB285-4E52-D8FC-8EF9-A7D1133C8F68}"/>
          </ac:spMkLst>
        </pc:spChg>
      </pc:sldChg>
      <pc:sldChg chg="modSp mod">
        <pc:chgData name="Renaud Leroy" userId="135fb8da-5d77-4f74-8269-9536d61f18e3" providerId="ADAL" clId="{35D616E2-1085-46FA-B45A-8B1B4B6E2F4B}" dt="2025-10-10T05:51:11.273" v="922" actId="20577"/>
        <pc:sldMkLst>
          <pc:docMk/>
          <pc:sldMk cId="3441298857" sldId="309"/>
        </pc:sldMkLst>
        <pc:spChg chg="mod">
          <ac:chgData name="Renaud Leroy" userId="135fb8da-5d77-4f74-8269-9536d61f18e3" providerId="ADAL" clId="{35D616E2-1085-46FA-B45A-8B1B4B6E2F4B}" dt="2025-10-10T04:37:52.079" v="267" actId="1076"/>
          <ac:spMkLst>
            <pc:docMk/>
            <pc:sldMk cId="3441298857" sldId="309"/>
            <ac:spMk id="2" creationId="{4A29AC2E-AC31-2BAB-D3C9-A99F54669462}"/>
          </ac:spMkLst>
        </pc:spChg>
        <pc:spChg chg="mod">
          <ac:chgData name="Renaud Leroy" userId="135fb8da-5d77-4f74-8269-9536d61f18e3" providerId="ADAL" clId="{35D616E2-1085-46FA-B45A-8B1B4B6E2F4B}" dt="2025-10-10T05:51:11.273" v="922" actId="20577"/>
          <ac:spMkLst>
            <pc:docMk/>
            <pc:sldMk cId="3441298857" sldId="309"/>
            <ac:spMk id="3" creationId="{9DCC9DD8-C103-04AB-47A5-42AAAB7E1207}"/>
          </ac:spMkLst>
        </pc:spChg>
      </pc:sldChg>
      <pc:sldChg chg="modSp mod">
        <pc:chgData name="Renaud Leroy" userId="135fb8da-5d77-4f74-8269-9536d61f18e3" providerId="ADAL" clId="{35D616E2-1085-46FA-B45A-8B1B4B6E2F4B}" dt="2025-10-10T05:53:25.651" v="923" actId="20577"/>
        <pc:sldMkLst>
          <pc:docMk/>
          <pc:sldMk cId="2144668814" sldId="310"/>
        </pc:sldMkLst>
        <pc:spChg chg="mod">
          <ac:chgData name="Renaud Leroy" userId="135fb8da-5d77-4f74-8269-9536d61f18e3" providerId="ADAL" clId="{35D616E2-1085-46FA-B45A-8B1B4B6E2F4B}" dt="2025-10-10T05:53:25.651" v="923" actId="20577"/>
          <ac:spMkLst>
            <pc:docMk/>
            <pc:sldMk cId="2144668814" sldId="310"/>
            <ac:spMk id="3" creationId="{6FB43E0E-C9ED-313F-1FB1-7F50DB877ABE}"/>
          </ac:spMkLst>
        </pc:spChg>
      </pc:sldChg>
      <pc:sldChg chg="add">
        <pc:chgData name="Renaud Leroy" userId="135fb8da-5d77-4f74-8269-9536d61f18e3" providerId="ADAL" clId="{35D616E2-1085-46FA-B45A-8B1B4B6E2F4B}" dt="2025-10-10T05:31:37.174" v="454"/>
        <pc:sldMkLst>
          <pc:docMk/>
          <pc:sldMk cId="4144912472" sldId="31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A14EC35-A083-4CA2-A629-54FB374745AC}" type="datetime1">
              <a:rPr lang="nl-NL" smtClean="0"/>
              <a:t>7-11-2025</a:t>
            </a:fld>
            <a:endParaRPr lang="en-US" dirty="0"/>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975D426-A9DD-4244-A2CE-1FB6623742C7}" type="slidenum">
              <a:rPr lang="en-US" smtClean="0"/>
              <a:t>‹nr.›</a:t>
            </a:fld>
            <a:endParaRPr lang="en-US"/>
          </a:p>
        </p:txBody>
      </p:sp>
    </p:spTree>
    <p:extLst>
      <p:ext uri="{BB962C8B-B14F-4D97-AF65-F5344CB8AC3E}">
        <p14:creationId xmlns:p14="http://schemas.microsoft.com/office/powerpoint/2010/main" val="88248445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32F82C2-DE9F-479D-95B3-30B2F9C315A1}" type="datetime1">
              <a:rPr lang="nl-NL" smtClean="0"/>
              <a:t>7-11-2025</a:t>
            </a:fld>
            <a:endParaRPr lang="en-US"/>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nl"/>
              <a:t>Klik om de tekststijlen van het model te bewerken</a:t>
            </a:r>
            <a:endParaRPr lang="en-US"/>
          </a:p>
          <a:p>
            <a:pPr lvl="1" rtl="0"/>
            <a:r>
              <a:rPr lang="nl"/>
              <a:t>Tweede niveau</a:t>
            </a:r>
          </a:p>
          <a:p>
            <a:pPr lvl="2" rtl="0"/>
            <a:r>
              <a:rPr lang="nl"/>
              <a:t>Derde niveau</a:t>
            </a:r>
          </a:p>
          <a:p>
            <a:pPr lvl="3" rtl="0"/>
            <a:r>
              <a:rPr lang="nl"/>
              <a:t>Vierde niveau</a:t>
            </a:r>
          </a:p>
          <a:p>
            <a:pPr lvl="4" rtl="0"/>
            <a:r>
              <a:rPr lang="nl"/>
              <a:t>Vijfde niveau</a:t>
            </a:r>
            <a:endParaRPr lang="en-US"/>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1B41D33-19C8-4450-B3C5-BE83E9C8F0BC}" type="slidenum">
              <a:rPr lang="en-US" smtClean="0"/>
              <a:t>‹nr.›</a:t>
            </a:fld>
            <a:endParaRPr lang="en-US"/>
          </a:p>
        </p:txBody>
      </p:sp>
    </p:spTree>
    <p:extLst>
      <p:ext uri="{BB962C8B-B14F-4D97-AF65-F5344CB8AC3E}">
        <p14:creationId xmlns:p14="http://schemas.microsoft.com/office/powerpoint/2010/main" val="3571455252"/>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7" name="Rechthoek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sp>
        <p:nvSpPr>
          <p:cNvPr id="2" name="Titel 1"/>
          <p:cNvSpPr>
            <a:spLocks noGrp="1"/>
          </p:cNvSpPr>
          <p:nvPr>
            <p:ph type="ctrTitle" hasCustomPrompt="1"/>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nl" dirty="0"/>
              <a:t>Klik om de titelstijl van het model te bewerken</a:t>
            </a:r>
            <a:endParaRPr lang="en-US" dirty="0"/>
          </a:p>
        </p:txBody>
      </p:sp>
      <p:sp>
        <p:nvSpPr>
          <p:cNvPr id="3" name="Subtitel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nl-NL"/>
              <a:t>Klikken om de ondertitelstijl van het model te bewerken</a:t>
            </a:r>
            <a:endParaRPr lang="en-US" dirty="0"/>
          </a:p>
        </p:txBody>
      </p:sp>
      <p:sp>
        <p:nvSpPr>
          <p:cNvPr id="8" name="Tijdelijke aanduiding voor datum 7">
            <a:extLst>
              <a:ext uri="{FF2B5EF4-FFF2-40B4-BE49-F238E27FC236}">
                <a16:creationId xmlns:a16="http://schemas.microsoft.com/office/drawing/2014/main" id="{7FA0ACE7-29A8-47D3-A7D9-257B711D8023}"/>
              </a:ext>
            </a:extLst>
          </p:cNvPr>
          <p:cNvSpPr>
            <a:spLocks noGrp="1"/>
          </p:cNvSpPr>
          <p:nvPr>
            <p:ph type="dt" sz="half" idx="10"/>
          </p:nvPr>
        </p:nvSpPr>
        <p:spPr/>
        <p:txBody>
          <a:bodyPr rtlCol="0"/>
          <a:lstStyle/>
          <a:p>
            <a:pPr rtl="0"/>
            <a:fld id="{A83A1771-3711-4549-B223-6BFD613711ED}" type="datetime1">
              <a:rPr lang="nl-NL" smtClean="0"/>
              <a:t>7-11-2025</a:t>
            </a:fld>
            <a:endParaRPr lang="en-US" dirty="0"/>
          </a:p>
        </p:txBody>
      </p:sp>
      <p:sp>
        <p:nvSpPr>
          <p:cNvPr id="9" name="Tijdelijke aanduiding voor voettekst 8">
            <a:extLst>
              <a:ext uri="{FF2B5EF4-FFF2-40B4-BE49-F238E27FC236}">
                <a16:creationId xmlns:a16="http://schemas.microsoft.com/office/drawing/2014/main" id="{DEC604B9-52E9-4810-8359-47206518D038}"/>
              </a:ext>
            </a:extLst>
          </p:cNvPr>
          <p:cNvSpPr>
            <a:spLocks noGrp="1"/>
          </p:cNvSpPr>
          <p:nvPr>
            <p:ph type="ftr" sz="quarter" idx="11"/>
          </p:nvPr>
        </p:nvSpPr>
        <p:spPr/>
        <p:txBody>
          <a:bodyPr rtlCol="0"/>
          <a:lstStyle/>
          <a:p>
            <a:pPr rtl="0"/>
            <a:endParaRPr lang="en-US" dirty="0"/>
          </a:p>
        </p:txBody>
      </p:sp>
      <p:sp>
        <p:nvSpPr>
          <p:cNvPr id="10" name="Tijdelijke aanduiding voor dianumm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inhoud">
    <p:spTree>
      <p:nvGrpSpPr>
        <p:cNvPr id="1" name=""/>
        <p:cNvGrpSpPr/>
        <p:nvPr/>
      </p:nvGrpSpPr>
      <p:grpSpPr>
        <a:xfrm>
          <a:off x="0" y="0"/>
          <a:ext cx="0" cy="0"/>
          <a:chOff x="0" y="0"/>
          <a:chExt cx="0" cy="0"/>
        </a:xfrm>
      </p:grpSpPr>
      <p:sp>
        <p:nvSpPr>
          <p:cNvPr id="2" name="Titel 1"/>
          <p:cNvSpPr>
            <a:spLocks noGrp="1"/>
          </p:cNvSpPr>
          <p:nvPr>
            <p:ph type="title"/>
          </p:nvPr>
        </p:nvSpPr>
        <p:spPr>
          <a:xfrm>
            <a:off x="581192" y="702156"/>
            <a:ext cx="11029616" cy="1188720"/>
          </a:xfrm>
        </p:spPr>
        <p:txBody>
          <a:bodyPr rtlCol="0"/>
          <a:lstStyle/>
          <a:p>
            <a:pPr rtl="0"/>
            <a:r>
              <a:rPr lang="nl-NL"/>
              <a:t>Klik om stijl te bewerken</a:t>
            </a:r>
            <a:endParaRPr lang="en-US" dirty="0"/>
          </a:p>
        </p:txBody>
      </p:sp>
      <p:sp>
        <p:nvSpPr>
          <p:cNvPr id="3" name="Tijdelijke aanduiding voor inhoud 2"/>
          <p:cNvSpPr>
            <a:spLocks noGrp="1"/>
          </p:cNvSpPr>
          <p:nvPr>
            <p:ph idx="1"/>
          </p:nvPr>
        </p:nvSpPr>
        <p:spPr>
          <a:xfrm>
            <a:off x="581192" y="2340864"/>
            <a:ext cx="11029615" cy="3634486"/>
          </a:xfrm>
        </p:spPr>
        <p:txBody>
          <a:bodyPr rtlCol="0"/>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8" name="Rechthoek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sp>
        <p:nvSpPr>
          <p:cNvPr id="2" name="Titel 1"/>
          <p:cNvSpPr>
            <a:spLocks noGrp="1"/>
          </p:cNvSpPr>
          <p:nvPr>
            <p:ph type="title" hasCustomPrompt="1"/>
          </p:nvPr>
        </p:nvSpPr>
        <p:spPr>
          <a:xfrm>
            <a:off x="581193" y="2393950"/>
            <a:ext cx="11029615" cy="2147467"/>
          </a:xfrm>
        </p:spPr>
        <p:txBody>
          <a:bodyPr rtlCol="0" anchor="b">
            <a:normAutofit/>
          </a:bodyPr>
          <a:lstStyle>
            <a:lvl1pPr algn="l">
              <a:defRPr sz="3600" b="0" cap="all">
                <a:solidFill>
                  <a:schemeClr val="tx1">
                    <a:lumMod val="75000"/>
                    <a:lumOff val="25000"/>
                  </a:schemeClr>
                </a:solidFill>
              </a:defRPr>
            </a:lvl1pPr>
          </a:lstStyle>
          <a:p>
            <a:pPr rtl="0"/>
            <a:r>
              <a:rPr lang="nl" dirty="0"/>
              <a:t>Klik om de titelstijl van het model te bewerken</a:t>
            </a:r>
            <a:endParaRPr lang="en-US" dirty="0"/>
          </a:p>
        </p:txBody>
      </p:sp>
      <p:sp>
        <p:nvSpPr>
          <p:cNvPr id="3" name="Tijdelijke aanduiding voor tekst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nl-NL"/>
              <a:t>Klikken om de tekststijl van het model te bewerken</a:t>
            </a:r>
          </a:p>
        </p:txBody>
      </p:sp>
      <p:sp>
        <p:nvSpPr>
          <p:cNvPr id="7" name="Tijdelijke aanduiding voor datum 6">
            <a:extLst>
              <a:ext uri="{FF2B5EF4-FFF2-40B4-BE49-F238E27FC236}">
                <a16:creationId xmlns:a16="http://schemas.microsoft.com/office/drawing/2014/main" id="{61582016-5696-4A93-887F-BBB3B9002FE5}"/>
              </a:ext>
            </a:extLst>
          </p:cNvPr>
          <p:cNvSpPr>
            <a:spLocks noGrp="1"/>
          </p:cNvSpPr>
          <p:nvPr>
            <p:ph type="dt" sz="half" idx="10"/>
          </p:nvPr>
        </p:nvSpPr>
        <p:spPr/>
        <p:txBody>
          <a:bodyPr rtlCol="0"/>
          <a:lstStyle/>
          <a:p>
            <a:pPr rtl="0"/>
            <a:fld id="{66D3D282-C61A-41D7-9714-7814FA67361E}" type="datetime1">
              <a:rPr lang="nl-NL" smtClean="0"/>
              <a:t>7-11-2025</a:t>
            </a:fld>
            <a:endParaRPr lang="en-US" dirty="0"/>
          </a:p>
        </p:txBody>
      </p:sp>
      <p:sp>
        <p:nvSpPr>
          <p:cNvPr id="9" name="Tijdelijke aanduiding voor voettekst 8">
            <a:extLst>
              <a:ext uri="{FF2B5EF4-FFF2-40B4-BE49-F238E27FC236}">
                <a16:creationId xmlns:a16="http://schemas.microsoft.com/office/drawing/2014/main" id="{857CFCD5-1192-4E18-8A8F-29E153B44DA4}"/>
              </a:ext>
            </a:extLst>
          </p:cNvPr>
          <p:cNvSpPr>
            <a:spLocks noGrp="1"/>
          </p:cNvSpPr>
          <p:nvPr>
            <p:ph type="ftr" sz="quarter" idx="11"/>
          </p:nvPr>
        </p:nvSpPr>
        <p:spPr/>
        <p:txBody>
          <a:bodyPr rtlCol="0"/>
          <a:lstStyle/>
          <a:p>
            <a:pPr rtl="0"/>
            <a:endParaRPr lang="en-US" dirty="0"/>
          </a:p>
        </p:txBody>
      </p:sp>
      <p:sp>
        <p:nvSpPr>
          <p:cNvPr id="10" name="Tijdelijke aanduiding voor dianumm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ee, inhoud">
    <p:spTree>
      <p:nvGrpSpPr>
        <p:cNvPr id="1" name=""/>
        <p:cNvGrpSpPr/>
        <p:nvPr/>
      </p:nvGrpSpPr>
      <p:grpSpPr>
        <a:xfrm>
          <a:off x="0" y="0"/>
          <a:ext cx="0" cy="0"/>
          <a:chOff x="0" y="0"/>
          <a:chExt cx="0" cy="0"/>
        </a:xfrm>
      </p:grpSpPr>
      <p:sp>
        <p:nvSpPr>
          <p:cNvPr id="2" name="Titel 1"/>
          <p:cNvSpPr>
            <a:spLocks noGrp="1"/>
          </p:cNvSpPr>
          <p:nvPr>
            <p:ph type="title"/>
          </p:nvPr>
        </p:nvSpPr>
        <p:spPr>
          <a:xfrm>
            <a:off x="581193" y="729658"/>
            <a:ext cx="11029616" cy="988332"/>
          </a:xfrm>
        </p:spPr>
        <p:txBody>
          <a:bodyPr rtlCol="0"/>
          <a:lstStyle/>
          <a:p>
            <a:pPr rtl="0"/>
            <a:r>
              <a:rPr lang="nl-NL"/>
              <a:t>Klik om stijl te bewerken</a:t>
            </a:r>
            <a:endParaRPr lang="en-US" dirty="0"/>
          </a:p>
        </p:txBody>
      </p:sp>
      <p:sp>
        <p:nvSpPr>
          <p:cNvPr id="3" name="Tijdelijke aanduiding voor inhoud 2"/>
          <p:cNvSpPr>
            <a:spLocks noGrp="1"/>
          </p:cNvSpPr>
          <p:nvPr>
            <p:ph sz="half" idx="1"/>
          </p:nvPr>
        </p:nvSpPr>
        <p:spPr>
          <a:xfrm>
            <a:off x="581193" y="2228003"/>
            <a:ext cx="5194767" cy="3633047"/>
          </a:xfrm>
        </p:spPr>
        <p:txBody>
          <a:bodyPr rtlCol="0">
            <a:normAutofit/>
          </a:bodyPr>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
        <p:nvSpPr>
          <p:cNvPr id="4" name="Tijdelijke aanduiding voor inhoud 3"/>
          <p:cNvSpPr>
            <a:spLocks noGrp="1"/>
          </p:cNvSpPr>
          <p:nvPr>
            <p:ph sz="half" idx="2"/>
          </p:nvPr>
        </p:nvSpPr>
        <p:spPr>
          <a:xfrm>
            <a:off x="6416039" y="2228003"/>
            <a:ext cx="5194769" cy="3633047"/>
          </a:xfrm>
        </p:spPr>
        <p:txBody>
          <a:bodyPr rtlCol="0">
            <a:normAutofit/>
          </a:bodyPr>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
        <p:nvSpPr>
          <p:cNvPr id="5" name="Tijdelijke aanduiding voor datum 4"/>
          <p:cNvSpPr>
            <a:spLocks noGrp="1"/>
          </p:cNvSpPr>
          <p:nvPr>
            <p:ph type="dt" sz="half" idx="10"/>
          </p:nvPr>
        </p:nvSpPr>
        <p:spPr/>
        <p:txBody>
          <a:bodyPr rtlCol="0"/>
          <a:lstStyle/>
          <a:p>
            <a:pPr rtl="0"/>
            <a:fld id="{55CAE64B-8D6D-4B8F-BAE1-453EBC33DDBA}" type="datetime1">
              <a:rPr lang="nl-NL" smtClean="0"/>
              <a:t>7-11-2025</a:t>
            </a:fld>
            <a:endParaRPr lang="en-US" dirty="0"/>
          </a:p>
        </p:txBody>
      </p:sp>
      <p:sp>
        <p:nvSpPr>
          <p:cNvPr id="6" name="Tijdelijke aanduiding voor voettekst 5"/>
          <p:cNvSpPr>
            <a:spLocks noGrp="1"/>
          </p:cNvSpPr>
          <p:nvPr>
            <p:ph type="ftr" sz="quarter" idx="11"/>
          </p:nvPr>
        </p:nvSpPr>
        <p:spPr/>
        <p:txBody>
          <a:bodyPr rtlCol="0"/>
          <a:lstStyle/>
          <a:p>
            <a:pPr rtl="0"/>
            <a:endParaRPr lang="en-US" dirty="0"/>
          </a:p>
        </p:txBody>
      </p:sp>
      <p:sp>
        <p:nvSpPr>
          <p:cNvPr id="7" name="Tijdelijke aanduiding voor dianummer 6"/>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gelijking">
    <p:spTree>
      <p:nvGrpSpPr>
        <p:cNvPr id="1" name=""/>
        <p:cNvGrpSpPr/>
        <p:nvPr/>
      </p:nvGrpSpPr>
      <p:grpSpPr>
        <a:xfrm>
          <a:off x="0" y="0"/>
          <a:ext cx="0" cy="0"/>
          <a:chOff x="0" y="0"/>
          <a:chExt cx="0" cy="0"/>
        </a:xfrm>
      </p:grpSpPr>
      <p:sp>
        <p:nvSpPr>
          <p:cNvPr id="12" name="Titel 1"/>
          <p:cNvSpPr>
            <a:spLocks noGrp="1"/>
          </p:cNvSpPr>
          <p:nvPr>
            <p:ph type="title"/>
          </p:nvPr>
        </p:nvSpPr>
        <p:spPr>
          <a:xfrm>
            <a:off x="581193" y="729658"/>
            <a:ext cx="11029616" cy="988332"/>
          </a:xfrm>
        </p:spPr>
        <p:txBody>
          <a:bodyPr rtlCol="0"/>
          <a:lstStyle/>
          <a:p>
            <a:pPr rtl="0"/>
            <a:r>
              <a:rPr lang="nl-NL"/>
              <a:t>Klik om stijl te bewerken</a:t>
            </a:r>
            <a:endParaRPr lang="en-US" dirty="0"/>
          </a:p>
        </p:txBody>
      </p:sp>
      <p:sp>
        <p:nvSpPr>
          <p:cNvPr id="3" name="Tijdelijke aanduiding voor tekst 2"/>
          <p:cNvSpPr>
            <a:spLocks noGrp="1"/>
          </p:cNvSpPr>
          <p:nvPr>
            <p:ph type="body" idx="1" hasCustomPrompt="1"/>
          </p:nvPr>
        </p:nvSpPr>
        <p:spPr>
          <a:xfrm>
            <a:off x="581191" y="2250891"/>
            <a:ext cx="5194769" cy="557784"/>
          </a:xfrm>
        </p:spPr>
        <p:txBody>
          <a:bodyPr rtlCol="0"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nl" dirty="0"/>
              <a:t>Klik om de tekststijlen van het model te bewerken</a:t>
            </a:r>
          </a:p>
        </p:txBody>
      </p:sp>
      <p:sp>
        <p:nvSpPr>
          <p:cNvPr id="4" name="Tijdelijke aanduiding voor inhoud 3"/>
          <p:cNvSpPr>
            <a:spLocks noGrp="1"/>
          </p:cNvSpPr>
          <p:nvPr>
            <p:ph sz="half" idx="2"/>
          </p:nvPr>
        </p:nvSpPr>
        <p:spPr>
          <a:xfrm>
            <a:off x="581194" y="2926052"/>
            <a:ext cx="5194766" cy="2934999"/>
          </a:xfrm>
        </p:spPr>
        <p:txBody>
          <a:bodyPr rtlCol="0" anchor="t">
            <a:normAutofit/>
          </a:bodyPr>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
        <p:nvSpPr>
          <p:cNvPr id="5" name="Tijdelijke aanduiding voor tekst 4"/>
          <p:cNvSpPr>
            <a:spLocks noGrp="1"/>
          </p:cNvSpPr>
          <p:nvPr>
            <p:ph type="body" sz="quarter" idx="3" hasCustomPrompt="1"/>
          </p:nvPr>
        </p:nvSpPr>
        <p:spPr>
          <a:xfrm>
            <a:off x="6416039" y="2250892"/>
            <a:ext cx="519477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nl" dirty="0"/>
              <a:t>Klik om de tekststijlen van het model te bewerken</a:t>
            </a:r>
          </a:p>
        </p:txBody>
      </p:sp>
      <p:sp>
        <p:nvSpPr>
          <p:cNvPr id="6" name="Tijdelijke aanduiding voor inhoud 5"/>
          <p:cNvSpPr>
            <a:spLocks noGrp="1"/>
          </p:cNvSpPr>
          <p:nvPr>
            <p:ph sz="quarter" idx="4"/>
          </p:nvPr>
        </p:nvSpPr>
        <p:spPr>
          <a:xfrm>
            <a:off x="6416037" y="2926052"/>
            <a:ext cx="5194771" cy="2934999"/>
          </a:xfrm>
        </p:spPr>
        <p:txBody>
          <a:bodyPr rtlCol="0" anchor="t">
            <a:normAutofit/>
          </a:bodyPr>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
        <p:nvSpPr>
          <p:cNvPr id="7" name="Tijdelijke aanduiding voor datum 6"/>
          <p:cNvSpPr>
            <a:spLocks noGrp="1"/>
          </p:cNvSpPr>
          <p:nvPr>
            <p:ph type="dt" sz="half" idx="10"/>
          </p:nvPr>
        </p:nvSpPr>
        <p:spPr/>
        <p:txBody>
          <a:bodyPr rtlCol="0"/>
          <a:lstStyle/>
          <a:p>
            <a:pPr rtl="0"/>
            <a:fld id="{7DD41833-08F9-41B2-81FC-2883EDAAEF19}" type="datetime1">
              <a:rPr lang="nl-NL" smtClean="0"/>
              <a:t>7-11-2025</a:t>
            </a:fld>
            <a:endParaRPr lang="en-US" dirty="0"/>
          </a:p>
        </p:txBody>
      </p:sp>
      <p:sp>
        <p:nvSpPr>
          <p:cNvPr id="8" name="Tijdelijke aanduiding voor voettekst 7"/>
          <p:cNvSpPr>
            <a:spLocks noGrp="1"/>
          </p:cNvSpPr>
          <p:nvPr>
            <p:ph type="ftr" sz="quarter" idx="11"/>
          </p:nvPr>
        </p:nvSpPr>
        <p:spPr/>
        <p:txBody>
          <a:bodyPr rtlCol="0"/>
          <a:lstStyle/>
          <a:p>
            <a:pPr rtl="0"/>
            <a:endParaRPr lang="en-US" dirty="0"/>
          </a:p>
        </p:txBody>
      </p:sp>
      <p:sp>
        <p:nvSpPr>
          <p:cNvPr id="9" name="Tijdelijke aanduiding voor dianummer 8"/>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8" name="Titel 1"/>
          <p:cNvSpPr>
            <a:spLocks noGrp="1"/>
          </p:cNvSpPr>
          <p:nvPr>
            <p:ph type="title"/>
          </p:nvPr>
        </p:nvSpPr>
        <p:spPr>
          <a:xfrm>
            <a:off x="575894" y="729658"/>
            <a:ext cx="11029616" cy="988332"/>
          </a:xfrm>
        </p:spPr>
        <p:txBody>
          <a:bodyPr rtlCol="0"/>
          <a:lstStyle/>
          <a:p>
            <a:pPr rtl="0"/>
            <a:r>
              <a:rPr lang="nl-NL"/>
              <a:t>Klik om stijl te bewerken</a:t>
            </a:r>
            <a:endParaRPr lang="en-US" dirty="0"/>
          </a:p>
        </p:txBody>
      </p:sp>
      <p:sp>
        <p:nvSpPr>
          <p:cNvPr id="3" name="Tijdelijke aanduiding voor datum 2"/>
          <p:cNvSpPr>
            <a:spLocks noGrp="1"/>
          </p:cNvSpPr>
          <p:nvPr>
            <p:ph type="dt" sz="half" idx="10"/>
          </p:nvPr>
        </p:nvSpPr>
        <p:spPr/>
        <p:txBody>
          <a:bodyPr rtlCol="0"/>
          <a:lstStyle/>
          <a:p>
            <a:pPr rtl="0"/>
            <a:fld id="{5DC9B189-AE00-478F-84A9-63330A766802}" type="datetime1">
              <a:rPr lang="nl-NL" smtClean="0"/>
              <a:t>7-11-2025</a:t>
            </a:fld>
            <a:endParaRPr lang="en-US" dirty="0"/>
          </a:p>
        </p:txBody>
      </p:sp>
      <p:sp>
        <p:nvSpPr>
          <p:cNvPr id="4" name="Tijdelijke aanduiding voor voettekst 3"/>
          <p:cNvSpPr>
            <a:spLocks noGrp="1"/>
          </p:cNvSpPr>
          <p:nvPr>
            <p:ph type="ftr" sz="quarter" idx="11"/>
          </p:nvPr>
        </p:nvSpPr>
        <p:spPr/>
        <p:txBody>
          <a:bodyPr rtlCol="0"/>
          <a:lstStyle/>
          <a:p>
            <a:pPr rtl="0"/>
            <a:endParaRPr lang="en-US" dirty="0"/>
          </a:p>
        </p:txBody>
      </p:sp>
      <p:sp>
        <p:nvSpPr>
          <p:cNvPr id="5" name="Tijdelijke aanduiding voor dianummer 4"/>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rtlCol="0"/>
          <a:lstStyle/>
          <a:p>
            <a:pPr rtl="0"/>
            <a:fld id="{C4D93972-B93F-42C7-B487-83AAA3F36605}" type="datetime1">
              <a:rPr lang="nl-NL" smtClean="0"/>
              <a:t>7-11-2025</a:t>
            </a:fld>
            <a:endParaRPr lang="en-US" dirty="0"/>
          </a:p>
        </p:txBody>
      </p:sp>
      <p:sp>
        <p:nvSpPr>
          <p:cNvPr id="3" name="Tijdelijke aanduiding voor voettekst 2"/>
          <p:cNvSpPr>
            <a:spLocks noGrp="1"/>
          </p:cNvSpPr>
          <p:nvPr>
            <p:ph type="ftr" sz="quarter" idx="11"/>
          </p:nvPr>
        </p:nvSpPr>
        <p:spPr/>
        <p:txBody>
          <a:bodyPr rtlCol="0"/>
          <a:lstStyle/>
          <a:p>
            <a:pPr rtl="0"/>
            <a:endParaRPr lang="en-US" dirty="0"/>
          </a:p>
        </p:txBody>
      </p:sp>
      <p:sp>
        <p:nvSpPr>
          <p:cNvPr id="4" name="Tijdelijke aanduiding voor dianummer 3"/>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9" name="Rechthoek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el 1"/>
          <p:cNvSpPr>
            <a:spLocks noGrp="1"/>
          </p:cNvSpPr>
          <p:nvPr>
            <p:ph type="title" hasCustomPrompt="1"/>
          </p:nvPr>
        </p:nvSpPr>
        <p:spPr>
          <a:xfrm>
            <a:off x="767857" y="933450"/>
            <a:ext cx="3031852" cy="1722419"/>
          </a:xfrm>
        </p:spPr>
        <p:txBody>
          <a:bodyPr rtlCol="0" anchor="b">
            <a:normAutofit/>
          </a:bodyPr>
          <a:lstStyle>
            <a:lvl1pPr algn="l">
              <a:defRPr sz="2400" b="0">
                <a:solidFill>
                  <a:srgbClr val="FFFFFF"/>
                </a:solidFill>
              </a:defRPr>
            </a:lvl1pPr>
          </a:lstStyle>
          <a:p>
            <a:pPr rtl="0"/>
            <a:r>
              <a:rPr lang="nl" dirty="0"/>
              <a:t>Klik om de titelstijl van het model te bewerken</a:t>
            </a:r>
            <a:endParaRPr lang="en-US" dirty="0"/>
          </a:p>
        </p:txBody>
      </p:sp>
      <p:sp>
        <p:nvSpPr>
          <p:cNvPr id="3" name="Tijdelijke aanduiding voor inhoud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
        <p:nvSpPr>
          <p:cNvPr id="4" name="Tijdelijke aanduiding voor tekst 3"/>
          <p:cNvSpPr>
            <a:spLocks noGrp="1"/>
          </p:cNvSpPr>
          <p:nvPr>
            <p:ph type="body" sz="half" idx="2"/>
          </p:nvPr>
        </p:nvSpPr>
        <p:spPr>
          <a:xfrm>
            <a:off x="767857" y="2836654"/>
            <a:ext cx="3031852" cy="3001392"/>
          </a:xfrm>
        </p:spPr>
        <p:txBody>
          <a:bodyPr rtlCol="0"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nl-NL"/>
              <a:t>Klikken om de tekststijl van het model te bewerken</a:t>
            </a:r>
          </a:p>
        </p:txBody>
      </p:sp>
      <p:sp>
        <p:nvSpPr>
          <p:cNvPr id="8" name="Tijdelijke aanduiding voor datum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41CBEB4C-81CC-455E-9331-682EF29A1EAB}" type="datetime1">
              <a:rPr lang="nl-NL" smtClean="0"/>
              <a:t>7-11-2025</a:t>
            </a:fld>
            <a:endParaRPr lang="en-US" dirty="0"/>
          </a:p>
        </p:txBody>
      </p:sp>
      <p:sp>
        <p:nvSpPr>
          <p:cNvPr id="10" name="Tijdelijke aanduiding voor voettekst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n-US" dirty="0"/>
          </a:p>
        </p:txBody>
      </p:sp>
      <p:sp>
        <p:nvSpPr>
          <p:cNvPr id="11" name="Tijdelijke aanduiding voor dianumm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n-US" smtClean="0"/>
              <a:pPr rtl="0"/>
              <a:t>‹nr.›</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581193" y="4693389"/>
            <a:ext cx="11029616" cy="566738"/>
          </a:xfrm>
        </p:spPr>
        <p:txBody>
          <a:bodyPr rtlCol="0" anchor="b">
            <a:normAutofit/>
          </a:bodyPr>
          <a:lstStyle>
            <a:lvl1pPr algn="l">
              <a:defRPr sz="2400" b="0">
                <a:solidFill>
                  <a:schemeClr val="tx1">
                    <a:lumMod val="75000"/>
                    <a:lumOff val="25000"/>
                  </a:schemeClr>
                </a:solidFill>
              </a:defRPr>
            </a:lvl1pPr>
          </a:lstStyle>
          <a:p>
            <a:pPr rtl="0"/>
            <a:r>
              <a:rPr lang="nl-NL"/>
              <a:t>Klik om stijl te bewerken</a:t>
            </a:r>
            <a:endParaRPr lang="en-US" dirty="0"/>
          </a:p>
        </p:txBody>
      </p:sp>
      <p:sp>
        <p:nvSpPr>
          <p:cNvPr id="3" name="Tijdelijke aanduiding voor afbeelding 2"/>
          <p:cNvSpPr>
            <a:spLocks noGrp="1" noChangeAspect="1"/>
          </p:cNvSpPr>
          <p:nvPr>
            <p:ph type="pic" idx="1"/>
          </p:nvPr>
        </p:nvSpPr>
        <p:spPr>
          <a:xfrm>
            <a:off x="447817" y="641350"/>
            <a:ext cx="11290859" cy="3651249"/>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nl-NL"/>
              <a:t>Klik op het pictogram als u een afbeelding wilt toevoegen</a:t>
            </a:r>
            <a:endParaRPr lang="en-US" dirty="0"/>
          </a:p>
        </p:txBody>
      </p:sp>
      <p:sp>
        <p:nvSpPr>
          <p:cNvPr id="4" name="Tijdelijke aanduiding voor tekst 3"/>
          <p:cNvSpPr>
            <a:spLocks noGrp="1"/>
          </p:cNvSpPr>
          <p:nvPr>
            <p:ph type="body" sz="half" idx="2"/>
          </p:nvPr>
        </p:nvSpPr>
        <p:spPr>
          <a:xfrm>
            <a:off x="581192" y="5260127"/>
            <a:ext cx="11029617" cy="998148"/>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nl-NL"/>
              <a:t>Klikken om de tekststijl van het model te bewerken</a:t>
            </a:r>
          </a:p>
        </p:txBody>
      </p:sp>
      <p:sp>
        <p:nvSpPr>
          <p:cNvPr id="5" name="Tijdelijke aanduiding voor datum 4"/>
          <p:cNvSpPr>
            <a:spLocks noGrp="1"/>
          </p:cNvSpPr>
          <p:nvPr>
            <p:ph type="dt" sz="half" idx="10"/>
          </p:nvPr>
        </p:nvSpPr>
        <p:spPr/>
        <p:txBody>
          <a:bodyPr rtlCol="0"/>
          <a:lstStyle/>
          <a:p>
            <a:pPr rtl="0"/>
            <a:fld id="{87691925-8A1E-4010-8BF9-64E08633B604}" type="datetime1">
              <a:rPr lang="nl-NL" smtClean="0"/>
              <a:t>7-11-2025</a:t>
            </a:fld>
            <a:endParaRPr lang="en-US" dirty="0"/>
          </a:p>
        </p:txBody>
      </p:sp>
      <p:sp>
        <p:nvSpPr>
          <p:cNvPr id="6" name="Tijdelijke aanduiding voor voettekst 5"/>
          <p:cNvSpPr>
            <a:spLocks noGrp="1"/>
          </p:cNvSpPr>
          <p:nvPr>
            <p:ph type="ftr" sz="quarter" idx="11"/>
          </p:nvPr>
        </p:nvSpPr>
        <p:spPr/>
        <p:txBody>
          <a:bodyPr rtlCol="0"/>
          <a:lstStyle/>
          <a:p>
            <a:pPr algn="l" rtl="0"/>
            <a:endParaRPr lang="en-US" dirty="0"/>
          </a:p>
        </p:txBody>
      </p:sp>
      <p:sp>
        <p:nvSpPr>
          <p:cNvPr id="7" name="Tijdelijke aanduiding voor dianummer 6"/>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9" name="Titel 1"/>
          <p:cNvSpPr>
            <a:spLocks noGrp="1"/>
          </p:cNvSpPr>
          <p:nvPr>
            <p:ph type="title"/>
          </p:nvPr>
        </p:nvSpPr>
        <p:spPr>
          <a:xfrm>
            <a:off x="581192" y="702156"/>
            <a:ext cx="11029616" cy="1013800"/>
          </a:xfrm>
        </p:spPr>
        <p:txBody>
          <a:bodyPr rtlCol="0"/>
          <a:lstStyle/>
          <a:p>
            <a:pPr rtl="0"/>
            <a:r>
              <a:rPr lang="nl-NL"/>
              <a:t>Klik om stijl te bewerken</a:t>
            </a:r>
            <a:endParaRPr lang="en-US" dirty="0"/>
          </a:p>
        </p:txBody>
      </p:sp>
      <p:sp>
        <p:nvSpPr>
          <p:cNvPr id="3" name="Tijdelijke aanduiding voor verticale tekst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
        <p:nvSpPr>
          <p:cNvPr id="4" name="Tijdelijke aanduiding voor datum 3"/>
          <p:cNvSpPr>
            <a:spLocks noGrp="1"/>
          </p:cNvSpPr>
          <p:nvPr>
            <p:ph type="dt" sz="half" idx="10"/>
          </p:nvPr>
        </p:nvSpPr>
        <p:spPr/>
        <p:txBody>
          <a:bodyPr rtlCol="0"/>
          <a:lstStyle/>
          <a:p>
            <a:pPr rtl="0"/>
            <a:fld id="{D08EE877-7E72-4A3F-BF87-CE406B3EE1C5}" type="datetime1">
              <a:rPr lang="nl-NL" smtClean="0"/>
              <a:t>7-11-2025</a:t>
            </a:fld>
            <a:endParaRPr lang="en-US" dirty="0"/>
          </a:p>
        </p:txBody>
      </p:sp>
      <p:sp>
        <p:nvSpPr>
          <p:cNvPr id="5" name="Tijdelijke aanduiding voor voettekst 4"/>
          <p:cNvSpPr>
            <a:spLocks noGrp="1"/>
          </p:cNvSpPr>
          <p:nvPr>
            <p:ph type="ftr" sz="quarter" idx="11"/>
          </p:nvPr>
        </p:nvSpPr>
        <p:spPr/>
        <p:txBody>
          <a:bodyPr rtlCol="0"/>
          <a:lstStyle/>
          <a:p>
            <a:pPr rtl="0"/>
            <a:endParaRPr lang="en-US" dirty="0"/>
          </a:p>
        </p:txBody>
      </p:sp>
      <p:sp>
        <p:nvSpPr>
          <p:cNvPr id="6" name="Tijdelijke aanduiding voor dianummer 5"/>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e titel en tekst">
    <p:spTree>
      <p:nvGrpSpPr>
        <p:cNvPr id="1" name=""/>
        <p:cNvGrpSpPr/>
        <p:nvPr/>
      </p:nvGrpSpPr>
      <p:grpSpPr>
        <a:xfrm>
          <a:off x="0" y="0"/>
          <a:ext cx="0" cy="0"/>
          <a:chOff x="0" y="0"/>
          <a:chExt cx="0" cy="0"/>
        </a:xfrm>
      </p:grpSpPr>
      <p:sp>
        <p:nvSpPr>
          <p:cNvPr id="7" name="Rechthoek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e titel 1"/>
          <p:cNvSpPr>
            <a:spLocks noGrp="1"/>
          </p:cNvSpPr>
          <p:nvPr>
            <p:ph type="title" orient="vert"/>
          </p:nvPr>
        </p:nvSpPr>
        <p:spPr>
          <a:xfrm>
            <a:off x="8204200" y="863600"/>
            <a:ext cx="3124200" cy="4807326"/>
          </a:xfrm>
        </p:spPr>
        <p:txBody>
          <a:bodyPr vert="eaVert" rtlCol="0" anchor="ctr"/>
          <a:lstStyle>
            <a:lvl1pPr>
              <a:defRPr>
                <a:solidFill>
                  <a:srgbClr val="FFFFFF"/>
                </a:solidFill>
              </a:defRPr>
            </a:lvl1pPr>
          </a:lstStyle>
          <a:p>
            <a:pPr rtl="0"/>
            <a:r>
              <a:rPr lang="nl-NL"/>
              <a:t>Klik om stijl te bewerken</a:t>
            </a:r>
            <a:endParaRPr lang="en-US" dirty="0"/>
          </a:p>
        </p:txBody>
      </p:sp>
      <p:sp>
        <p:nvSpPr>
          <p:cNvPr id="3" name="Tijdelijke aanduiding voor verticale tekst 2"/>
          <p:cNvSpPr>
            <a:spLocks noGrp="1"/>
          </p:cNvSpPr>
          <p:nvPr>
            <p:ph type="body" orient="vert" idx="1"/>
          </p:nvPr>
        </p:nvSpPr>
        <p:spPr>
          <a:xfrm>
            <a:off x="774923" y="863600"/>
            <a:ext cx="7161625" cy="4807326"/>
          </a:xfrm>
        </p:spPr>
        <p:txBody>
          <a:bodyPr vert="eaVert" rtlCol="0" anchor="t"/>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
        <p:nvSpPr>
          <p:cNvPr id="8" name="Rechthoek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hthoek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hthoek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Tijdelijke aanduiding voor datum 10">
            <a:extLst>
              <a:ext uri="{FF2B5EF4-FFF2-40B4-BE49-F238E27FC236}">
                <a16:creationId xmlns:a16="http://schemas.microsoft.com/office/drawing/2014/main" id="{5C74A470-3BD3-4F33-80E5-67E6E87FCBE7}"/>
              </a:ext>
            </a:extLst>
          </p:cNvPr>
          <p:cNvSpPr>
            <a:spLocks noGrp="1"/>
          </p:cNvSpPr>
          <p:nvPr>
            <p:ph type="dt" sz="half" idx="10"/>
          </p:nvPr>
        </p:nvSpPr>
        <p:spPr/>
        <p:txBody>
          <a:bodyPr rtlCol="0"/>
          <a:lstStyle/>
          <a:p>
            <a:pPr rtl="0"/>
            <a:fld id="{4CC54E9F-8ACA-4714-84BB-74BA71865A3C}" type="datetime1">
              <a:rPr lang="nl-NL" smtClean="0"/>
              <a:t>7-11-2025</a:t>
            </a:fld>
            <a:endParaRPr lang="en-US" dirty="0"/>
          </a:p>
        </p:txBody>
      </p:sp>
      <p:sp>
        <p:nvSpPr>
          <p:cNvPr id="12" name="Tijdelijke aanduiding voor voettekst 11">
            <a:extLst>
              <a:ext uri="{FF2B5EF4-FFF2-40B4-BE49-F238E27FC236}">
                <a16:creationId xmlns:a16="http://schemas.microsoft.com/office/drawing/2014/main" id="{9A3A30BA-DB50-4D7D-BCDE-17D20FB354DF}"/>
              </a:ext>
            </a:extLst>
          </p:cNvPr>
          <p:cNvSpPr>
            <a:spLocks noGrp="1"/>
          </p:cNvSpPr>
          <p:nvPr>
            <p:ph type="ftr" sz="quarter" idx="11"/>
          </p:nvPr>
        </p:nvSpPr>
        <p:spPr/>
        <p:txBody>
          <a:bodyPr rtlCol="0"/>
          <a:lstStyle/>
          <a:p>
            <a:pPr rtl="0"/>
            <a:endParaRPr lang="en-US" dirty="0"/>
          </a:p>
        </p:txBody>
      </p:sp>
      <p:sp>
        <p:nvSpPr>
          <p:cNvPr id="13" name="Tijdelijke aanduiding voor dianumm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nl"/>
              <a:t>Klik om de titelstijl van het model te bewerken</a:t>
            </a:r>
            <a:endParaRPr lang="en-US" dirty="0"/>
          </a:p>
        </p:txBody>
      </p:sp>
      <p:sp>
        <p:nvSpPr>
          <p:cNvPr id="3" name="Tijdelijke aanduiding voor tekst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nl"/>
              <a:t>Klik om de tekststijlen van het model te bewerken</a:t>
            </a:r>
          </a:p>
          <a:p>
            <a:pPr lvl="1" rtl="0"/>
            <a:r>
              <a:rPr lang="nl"/>
              <a:t>Tweede niveau</a:t>
            </a:r>
          </a:p>
          <a:p>
            <a:pPr lvl="2" rtl="0"/>
            <a:r>
              <a:rPr lang="nl"/>
              <a:t>Derde niveau</a:t>
            </a:r>
          </a:p>
          <a:p>
            <a:pPr lvl="3" rtl="0"/>
            <a:r>
              <a:rPr lang="nl"/>
              <a:t>Vierde niveau</a:t>
            </a:r>
          </a:p>
          <a:p>
            <a:pPr lvl="4" rtl="0"/>
            <a:r>
              <a:rPr lang="nl"/>
              <a:t>Vijfde niveau</a:t>
            </a:r>
            <a:endParaRPr lang="en-US" dirty="0"/>
          </a:p>
        </p:txBody>
      </p:sp>
      <p:sp>
        <p:nvSpPr>
          <p:cNvPr id="4" name="Tijdelijke aanduiding voor datum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18D3FD7C-4B51-47DA-BCF4-68F2F2963CDA}" type="datetime1">
              <a:rPr lang="nl-NL" smtClean="0"/>
              <a:t>7-11-2025</a:t>
            </a:fld>
            <a:endParaRPr lang="en-US" dirty="0"/>
          </a:p>
        </p:txBody>
      </p:sp>
      <p:sp>
        <p:nvSpPr>
          <p:cNvPr id="5" name="Tijdelijke aanduiding voor voettekst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pPr rtl="0"/>
            <a:endParaRPr lang="en-US" dirty="0"/>
          </a:p>
        </p:txBody>
      </p:sp>
      <p:sp>
        <p:nvSpPr>
          <p:cNvPr id="6" name="Tijdelijke aanduiding voor dianumm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3A98EE3D-8CD1-4C3F-BD1C-C98C9596463C}" type="slidenum">
              <a:rPr lang="en-US" smtClean="0"/>
              <a:t>‹nr.›</a:t>
            </a:fld>
            <a:endParaRPr lang="en-US" dirty="0"/>
          </a:p>
        </p:txBody>
      </p:sp>
      <p:sp>
        <p:nvSpPr>
          <p:cNvPr id="9" name="Rechthoek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sp>
        <p:nvSpPr>
          <p:cNvPr id="10" name="Rechthoek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sp>
        <p:nvSpPr>
          <p:cNvPr id="11" name="Rechthoek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hthoek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itel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rtlCol="0">
            <a:normAutofit/>
          </a:bodyPr>
          <a:lstStyle/>
          <a:p>
            <a:pPr rtl="0"/>
            <a:r>
              <a:rPr lang="nl" dirty="0"/>
              <a:t>Webdesign: Display</a:t>
            </a:r>
          </a:p>
        </p:txBody>
      </p:sp>
      <p:sp>
        <p:nvSpPr>
          <p:cNvPr id="3" name="Subtitel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rtlCol="0">
            <a:normAutofit/>
          </a:bodyPr>
          <a:lstStyle/>
          <a:p>
            <a:pPr rtl="0"/>
            <a:r>
              <a:rPr lang="nl-BE" dirty="0"/>
              <a:t>FLEX</a:t>
            </a:r>
            <a:endParaRPr lang="nl" dirty="0"/>
          </a:p>
        </p:txBody>
      </p:sp>
      <p:sp>
        <p:nvSpPr>
          <p:cNvPr id="20" name="Rechthoek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sp>
        <p:nvSpPr>
          <p:cNvPr id="22" name="Rechthoek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sp>
        <p:nvSpPr>
          <p:cNvPr id="24" name="Rechthoek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pic>
        <p:nvPicPr>
          <p:cNvPr id="6" name="Afbeelding 5" descr="Een close-up van een logo&#10;&#10;Beschrijving automatisch gegenereerd">
            <a:extLst>
              <a:ext uri="{FF2B5EF4-FFF2-40B4-BE49-F238E27FC236}">
                <a16:creationId xmlns:a16="http://schemas.microsoft.com/office/drawing/2014/main" id="{F1A8C364-94D4-4630-BAD0-78722F347055}"/>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885F8A-44C6-AED9-546A-BE84B64E5760}"/>
              </a:ext>
            </a:extLst>
          </p:cNvPr>
          <p:cNvSpPr>
            <a:spLocks noGrp="1"/>
          </p:cNvSpPr>
          <p:nvPr>
            <p:ph type="title"/>
          </p:nvPr>
        </p:nvSpPr>
        <p:spPr/>
        <p:txBody>
          <a:bodyPr/>
          <a:lstStyle/>
          <a:p>
            <a:r>
              <a:rPr lang="nl-BE" dirty="0"/>
              <a:t>Display</a:t>
            </a:r>
          </a:p>
        </p:txBody>
      </p:sp>
      <p:sp>
        <p:nvSpPr>
          <p:cNvPr id="3" name="Tijdelijke aanduiding voor tekst 2">
            <a:extLst>
              <a:ext uri="{FF2B5EF4-FFF2-40B4-BE49-F238E27FC236}">
                <a16:creationId xmlns:a16="http://schemas.microsoft.com/office/drawing/2014/main" id="{BB07B72E-563D-7A9B-7A41-A0590CDE256D}"/>
              </a:ext>
            </a:extLst>
          </p:cNvPr>
          <p:cNvSpPr>
            <a:spLocks noGrp="1"/>
          </p:cNvSpPr>
          <p:nvPr>
            <p:ph type="body" idx="1"/>
          </p:nvPr>
        </p:nvSpPr>
        <p:spPr/>
        <p:txBody>
          <a:bodyPr/>
          <a:lstStyle/>
          <a:p>
            <a:r>
              <a:rPr lang="nl-BE" dirty="0"/>
              <a:t>Overzicht</a:t>
            </a:r>
          </a:p>
        </p:txBody>
      </p:sp>
    </p:spTree>
    <p:extLst>
      <p:ext uri="{BB962C8B-B14F-4D97-AF65-F5344CB8AC3E}">
        <p14:creationId xmlns:p14="http://schemas.microsoft.com/office/powerpoint/2010/main" val="3555378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FE9EEA-EEAA-B809-3A42-A15F4CFEDA32}"/>
              </a:ext>
            </a:extLst>
          </p:cNvPr>
          <p:cNvSpPr>
            <a:spLocks noGrp="1"/>
          </p:cNvSpPr>
          <p:nvPr>
            <p:ph type="title"/>
          </p:nvPr>
        </p:nvSpPr>
        <p:spPr/>
        <p:txBody>
          <a:bodyPr/>
          <a:lstStyle/>
          <a:p>
            <a:r>
              <a:rPr lang="nl-BE" dirty="0"/>
              <a:t>Block VS </a:t>
            </a:r>
            <a:r>
              <a:rPr lang="nl-BE" dirty="0" err="1"/>
              <a:t>Inline</a:t>
            </a:r>
            <a:endParaRPr lang="nl-BE" dirty="0"/>
          </a:p>
        </p:txBody>
      </p:sp>
      <p:sp>
        <p:nvSpPr>
          <p:cNvPr id="3" name="Tijdelijke aanduiding voor inhoud 2">
            <a:extLst>
              <a:ext uri="{FF2B5EF4-FFF2-40B4-BE49-F238E27FC236}">
                <a16:creationId xmlns:a16="http://schemas.microsoft.com/office/drawing/2014/main" id="{EA21F248-FCEE-9757-BCD1-E8362C021C53}"/>
              </a:ext>
            </a:extLst>
          </p:cNvPr>
          <p:cNvSpPr>
            <a:spLocks noGrp="1"/>
          </p:cNvSpPr>
          <p:nvPr>
            <p:ph idx="1"/>
          </p:nvPr>
        </p:nvSpPr>
        <p:spPr/>
        <p:txBody>
          <a:bodyPr/>
          <a:lstStyle/>
          <a:p>
            <a:r>
              <a:rPr lang="nl-BE" dirty="0"/>
              <a:t>Block: elementen komen onder elkaar te staan</a:t>
            </a:r>
          </a:p>
          <a:p>
            <a:r>
              <a:rPr lang="nl-BE" dirty="0" err="1"/>
              <a:t>Inline</a:t>
            </a:r>
            <a:r>
              <a:rPr lang="nl-BE" dirty="0"/>
              <a:t>: elementen komen naast elkaar te staan.</a:t>
            </a:r>
          </a:p>
          <a:p>
            <a:r>
              <a:rPr lang="nl-BE" dirty="0"/>
              <a:t>(</a:t>
            </a:r>
            <a:r>
              <a:rPr lang="nl-BE" dirty="0" err="1"/>
              <a:t>Inline</a:t>
            </a:r>
            <a:r>
              <a:rPr lang="nl-BE" dirty="0"/>
              <a:t>-Block: tussenweg waarbij elementen naast elkaar komen te staan, maar eigen hoogtes behouden)</a:t>
            </a:r>
          </a:p>
        </p:txBody>
      </p:sp>
    </p:spTree>
    <p:extLst>
      <p:ext uri="{BB962C8B-B14F-4D97-AF65-F5344CB8AC3E}">
        <p14:creationId xmlns:p14="http://schemas.microsoft.com/office/powerpoint/2010/main" val="229361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65381-EE12-D53E-FA5B-9233D7806D5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A34E16C-0D21-DE2F-5C54-574A0B2AB098}"/>
              </a:ext>
            </a:extLst>
          </p:cNvPr>
          <p:cNvSpPr>
            <a:spLocks noGrp="1"/>
          </p:cNvSpPr>
          <p:nvPr>
            <p:ph type="title"/>
          </p:nvPr>
        </p:nvSpPr>
        <p:spPr/>
        <p:txBody>
          <a:bodyPr/>
          <a:lstStyle/>
          <a:p>
            <a:r>
              <a:rPr lang="nl-BE" dirty="0"/>
              <a:t>Block VS </a:t>
            </a:r>
            <a:r>
              <a:rPr lang="nl-BE" dirty="0" err="1"/>
              <a:t>Inline</a:t>
            </a:r>
            <a:endParaRPr lang="nl-BE" dirty="0"/>
          </a:p>
        </p:txBody>
      </p:sp>
      <p:sp>
        <p:nvSpPr>
          <p:cNvPr id="5" name="Tijdelijke aanduiding voor inhoud 4">
            <a:extLst>
              <a:ext uri="{FF2B5EF4-FFF2-40B4-BE49-F238E27FC236}">
                <a16:creationId xmlns:a16="http://schemas.microsoft.com/office/drawing/2014/main" id="{B070FE96-0692-DBCF-B61E-DC84038D001F}"/>
              </a:ext>
            </a:extLst>
          </p:cNvPr>
          <p:cNvSpPr>
            <a:spLocks noGrp="1"/>
          </p:cNvSpPr>
          <p:nvPr>
            <p:ph idx="1"/>
          </p:nvPr>
        </p:nvSpPr>
        <p:spPr/>
        <p:txBody>
          <a:bodyPr/>
          <a:lstStyle/>
          <a:p>
            <a:endParaRPr lang="nl-BE"/>
          </a:p>
        </p:txBody>
      </p:sp>
      <p:pic>
        <p:nvPicPr>
          <p:cNvPr id="1026" name="Picture 2" descr="CSS Display Properties Explained For Beginners">
            <a:extLst>
              <a:ext uri="{FF2B5EF4-FFF2-40B4-BE49-F238E27FC236}">
                <a16:creationId xmlns:a16="http://schemas.microsoft.com/office/drawing/2014/main" id="{F6F908E3-0C47-9AF0-3A4D-A8C15AF64B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5468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EFAF7-FD43-94EF-24AD-B2DBB580F93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5BDD048-D3B4-1D6A-FDD0-FCFFABC6FD57}"/>
              </a:ext>
            </a:extLst>
          </p:cNvPr>
          <p:cNvSpPr>
            <a:spLocks noGrp="1"/>
          </p:cNvSpPr>
          <p:nvPr>
            <p:ph type="title"/>
          </p:nvPr>
        </p:nvSpPr>
        <p:spPr/>
        <p:txBody>
          <a:bodyPr/>
          <a:lstStyle/>
          <a:p>
            <a:r>
              <a:rPr lang="nl-BE" dirty="0"/>
              <a:t>Block VS </a:t>
            </a:r>
            <a:r>
              <a:rPr lang="nl-BE" dirty="0" err="1"/>
              <a:t>Inline</a:t>
            </a:r>
            <a:endParaRPr lang="nl-BE" dirty="0"/>
          </a:p>
        </p:txBody>
      </p:sp>
      <p:sp>
        <p:nvSpPr>
          <p:cNvPr id="3" name="Tijdelijke aanduiding voor inhoud 2">
            <a:extLst>
              <a:ext uri="{FF2B5EF4-FFF2-40B4-BE49-F238E27FC236}">
                <a16:creationId xmlns:a16="http://schemas.microsoft.com/office/drawing/2014/main" id="{7C9A198B-C301-6578-7950-BD913E6FF945}"/>
              </a:ext>
            </a:extLst>
          </p:cNvPr>
          <p:cNvSpPr>
            <a:spLocks noGrp="1"/>
          </p:cNvSpPr>
          <p:nvPr>
            <p:ph idx="1"/>
          </p:nvPr>
        </p:nvSpPr>
        <p:spPr/>
        <p:txBody>
          <a:bodyPr/>
          <a:lstStyle/>
          <a:p>
            <a:r>
              <a:rPr lang="nl-BE" dirty="0"/>
              <a:t>Elementen hebben een standaard vertoning (display)</a:t>
            </a:r>
          </a:p>
          <a:p>
            <a:r>
              <a:rPr lang="nl-BE" dirty="0"/>
              <a:t>Block: div, p, h1, …</a:t>
            </a:r>
          </a:p>
          <a:p>
            <a:r>
              <a:rPr lang="nl-BE" dirty="0" err="1"/>
              <a:t>Inline</a:t>
            </a:r>
            <a:r>
              <a:rPr lang="nl-BE" dirty="0"/>
              <a:t>: a, span, </a:t>
            </a:r>
            <a:r>
              <a:rPr lang="nl-BE" dirty="0" err="1"/>
              <a:t>img</a:t>
            </a:r>
            <a:endParaRPr lang="nl-BE" dirty="0"/>
          </a:p>
        </p:txBody>
      </p:sp>
    </p:spTree>
    <p:extLst>
      <p:ext uri="{BB962C8B-B14F-4D97-AF65-F5344CB8AC3E}">
        <p14:creationId xmlns:p14="http://schemas.microsoft.com/office/powerpoint/2010/main" val="3219220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9A3AA-B589-196A-5AC4-35D9E1C95E9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7270C7B-60A8-08A4-CE68-C088E17A797B}"/>
              </a:ext>
            </a:extLst>
          </p:cNvPr>
          <p:cNvSpPr>
            <a:spLocks noGrp="1"/>
          </p:cNvSpPr>
          <p:nvPr>
            <p:ph type="title"/>
          </p:nvPr>
        </p:nvSpPr>
        <p:spPr/>
        <p:txBody>
          <a:bodyPr/>
          <a:lstStyle/>
          <a:p>
            <a:r>
              <a:rPr lang="nl-BE" dirty="0"/>
              <a:t>FLEX</a:t>
            </a:r>
          </a:p>
        </p:txBody>
      </p:sp>
      <p:pic>
        <p:nvPicPr>
          <p:cNvPr id="2050" name="Picture 2" descr="Creating Complex Layouts with CSS Flexbox">
            <a:extLst>
              <a:ext uri="{FF2B5EF4-FFF2-40B4-BE49-F238E27FC236}">
                <a16:creationId xmlns:a16="http://schemas.microsoft.com/office/drawing/2014/main" id="{FB5FEC7B-F7BE-0339-2CB7-458FA6162F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3050" y="2007667"/>
            <a:ext cx="7725900" cy="4493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34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4421D-E9E0-5C15-65C4-02BC82C3A8E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00B9267-673C-06B8-DD7E-1AE3A25CE46F}"/>
              </a:ext>
            </a:extLst>
          </p:cNvPr>
          <p:cNvSpPr>
            <a:spLocks noGrp="1"/>
          </p:cNvSpPr>
          <p:nvPr>
            <p:ph type="title"/>
          </p:nvPr>
        </p:nvSpPr>
        <p:spPr/>
        <p:txBody>
          <a:bodyPr/>
          <a:lstStyle/>
          <a:p>
            <a:r>
              <a:rPr lang="nl-BE" dirty="0" err="1"/>
              <a:t>Flex</a:t>
            </a:r>
            <a:endParaRPr lang="nl-BE" dirty="0"/>
          </a:p>
        </p:txBody>
      </p:sp>
      <p:sp>
        <p:nvSpPr>
          <p:cNvPr id="3" name="Tijdelijke aanduiding voor inhoud 2">
            <a:extLst>
              <a:ext uri="{FF2B5EF4-FFF2-40B4-BE49-F238E27FC236}">
                <a16:creationId xmlns:a16="http://schemas.microsoft.com/office/drawing/2014/main" id="{84CDBD81-BE8B-8CC4-CE29-3EC4F9D6ABBD}"/>
              </a:ext>
            </a:extLst>
          </p:cNvPr>
          <p:cNvSpPr>
            <a:spLocks noGrp="1"/>
          </p:cNvSpPr>
          <p:nvPr>
            <p:ph idx="1"/>
          </p:nvPr>
        </p:nvSpPr>
        <p:spPr/>
        <p:txBody>
          <a:bodyPr/>
          <a:lstStyle/>
          <a:p>
            <a:r>
              <a:rPr lang="nl-BE" dirty="0"/>
              <a:t>Elementen worden naast elkaar (in rijen of kolommen) verdeeld, en kunnen verder lopen in nieuwe rijen/kolommen.</a:t>
            </a:r>
          </a:p>
        </p:txBody>
      </p:sp>
    </p:spTree>
    <p:extLst>
      <p:ext uri="{BB962C8B-B14F-4D97-AF65-F5344CB8AC3E}">
        <p14:creationId xmlns:p14="http://schemas.microsoft.com/office/powerpoint/2010/main" val="94654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5502A-D26B-E39D-DCB0-5847968492B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89B14B6-9564-DAE2-6265-99999A450E0A}"/>
              </a:ext>
            </a:extLst>
          </p:cNvPr>
          <p:cNvSpPr>
            <a:spLocks noGrp="1"/>
          </p:cNvSpPr>
          <p:nvPr>
            <p:ph type="title"/>
          </p:nvPr>
        </p:nvSpPr>
        <p:spPr/>
        <p:txBody>
          <a:bodyPr/>
          <a:lstStyle/>
          <a:p>
            <a:r>
              <a:rPr lang="nl-BE" dirty="0" err="1"/>
              <a:t>Flex</a:t>
            </a:r>
            <a:r>
              <a:rPr lang="nl-BE" dirty="0"/>
              <a:t> - Display</a:t>
            </a:r>
          </a:p>
        </p:txBody>
      </p:sp>
      <p:sp>
        <p:nvSpPr>
          <p:cNvPr id="3" name="Tijdelijke aanduiding voor inhoud 2">
            <a:extLst>
              <a:ext uri="{FF2B5EF4-FFF2-40B4-BE49-F238E27FC236}">
                <a16:creationId xmlns:a16="http://schemas.microsoft.com/office/drawing/2014/main" id="{61328F11-B391-4089-CC2E-6728D34A1B0B}"/>
              </a:ext>
            </a:extLst>
          </p:cNvPr>
          <p:cNvSpPr>
            <a:spLocks noGrp="1"/>
          </p:cNvSpPr>
          <p:nvPr>
            <p:ph idx="1"/>
          </p:nvPr>
        </p:nvSpPr>
        <p:spPr/>
        <p:txBody>
          <a:bodyPr/>
          <a:lstStyle/>
          <a:p>
            <a:pPr marL="0" indent="0">
              <a:buNone/>
            </a:pPr>
            <a:r>
              <a:rPr lang="nl-BE" dirty="0"/>
              <a:t>Basiscontainer (overkoepelende container) moet </a:t>
            </a:r>
            <a:r>
              <a:rPr lang="nl-BE" i="1" dirty="0"/>
              <a:t>display: </a:t>
            </a:r>
            <a:r>
              <a:rPr lang="nl-BE" i="1" dirty="0" err="1"/>
              <a:t>flex</a:t>
            </a:r>
            <a:r>
              <a:rPr lang="nl-BE" dirty="0"/>
              <a:t> hebben.</a:t>
            </a:r>
          </a:p>
          <a:p>
            <a:pPr marL="0" indent="0">
              <a:buNone/>
            </a:pPr>
            <a:endParaRPr lang="nl-BE" dirty="0"/>
          </a:p>
          <a:p>
            <a:pPr marL="0" indent="0">
              <a:buNone/>
            </a:pPr>
            <a:r>
              <a:rPr lang="nl-BE" dirty="0"/>
              <a:t>Bv.: body { display: </a:t>
            </a:r>
            <a:r>
              <a:rPr lang="nl-BE" dirty="0" err="1"/>
              <a:t>flex</a:t>
            </a:r>
            <a:r>
              <a:rPr lang="nl-BE" dirty="0"/>
              <a:t> }</a:t>
            </a:r>
          </a:p>
        </p:txBody>
      </p:sp>
    </p:spTree>
    <p:extLst>
      <p:ext uri="{BB962C8B-B14F-4D97-AF65-F5344CB8AC3E}">
        <p14:creationId xmlns:p14="http://schemas.microsoft.com/office/powerpoint/2010/main" val="4166612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8C73A-942E-82DA-A823-EAFEEB42008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F5E0562-6F87-412B-B525-428398B513FB}"/>
              </a:ext>
            </a:extLst>
          </p:cNvPr>
          <p:cNvSpPr>
            <a:spLocks noGrp="1"/>
          </p:cNvSpPr>
          <p:nvPr>
            <p:ph type="title"/>
          </p:nvPr>
        </p:nvSpPr>
        <p:spPr/>
        <p:txBody>
          <a:bodyPr/>
          <a:lstStyle/>
          <a:p>
            <a:r>
              <a:rPr lang="nl-BE" dirty="0" err="1"/>
              <a:t>Flex</a:t>
            </a:r>
            <a:r>
              <a:rPr lang="nl-BE" dirty="0"/>
              <a:t> – </a:t>
            </a:r>
            <a:r>
              <a:rPr lang="nl-BE" dirty="0" err="1"/>
              <a:t>Flex-direction</a:t>
            </a:r>
            <a:endParaRPr lang="nl-BE" dirty="0"/>
          </a:p>
        </p:txBody>
      </p:sp>
      <p:sp>
        <p:nvSpPr>
          <p:cNvPr id="3" name="Tijdelijke aanduiding voor inhoud 2">
            <a:extLst>
              <a:ext uri="{FF2B5EF4-FFF2-40B4-BE49-F238E27FC236}">
                <a16:creationId xmlns:a16="http://schemas.microsoft.com/office/drawing/2014/main" id="{182AD3C4-0E3D-6CF0-D467-0D1965ACE692}"/>
              </a:ext>
            </a:extLst>
          </p:cNvPr>
          <p:cNvSpPr>
            <a:spLocks noGrp="1"/>
          </p:cNvSpPr>
          <p:nvPr>
            <p:ph idx="1"/>
          </p:nvPr>
        </p:nvSpPr>
        <p:spPr>
          <a:xfrm>
            <a:off x="581192" y="2340864"/>
            <a:ext cx="11029615" cy="464329"/>
          </a:xfrm>
        </p:spPr>
        <p:txBody>
          <a:bodyPr/>
          <a:lstStyle/>
          <a:p>
            <a:pPr marL="0" indent="0">
              <a:buNone/>
            </a:pPr>
            <a:r>
              <a:rPr lang="nl-BE" dirty="0"/>
              <a:t>Bepaalt in welke richting de elementen naast/onder elkaar verdeeld worden</a:t>
            </a:r>
          </a:p>
        </p:txBody>
      </p:sp>
      <p:pic>
        <p:nvPicPr>
          <p:cNvPr id="3076" name="Picture 4" descr="Code Snippet of Day 9: flex-direction">
            <a:extLst>
              <a:ext uri="{FF2B5EF4-FFF2-40B4-BE49-F238E27FC236}">
                <a16:creationId xmlns:a16="http://schemas.microsoft.com/office/drawing/2014/main" id="{A9D58400-3F2D-9847-47B9-09CA8763D3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488" b="4045"/>
          <a:stretch>
            <a:fillRect/>
          </a:stretch>
        </p:blipFill>
        <p:spPr bwMode="auto">
          <a:xfrm>
            <a:off x="3575049" y="2537468"/>
            <a:ext cx="5041900" cy="4409982"/>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1994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77B62-8986-8ECB-DE2C-DF868A05508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F2E2196-2D94-E5F6-192C-446D070DD7CE}"/>
              </a:ext>
            </a:extLst>
          </p:cNvPr>
          <p:cNvSpPr>
            <a:spLocks noGrp="1"/>
          </p:cNvSpPr>
          <p:nvPr>
            <p:ph type="title"/>
          </p:nvPr>
        </p:nvSpPr>
        <p:spPr/>
        <p:txBody>
          <a:bodyPr/>
          <a:lstStyle/>
          <a:p>
            <a:r>
              <a:rPr lang="nl-BE" dirty="0" err="1"/>
              <a:t>Flex</a:t>
            </a:r>
            <a:r>
              <a:rPr lang="nl-BE" dirty="0"/>
              <a:t> – </a:t>
            </a:r>
            <a:r>
              <a:rPr lang="nl-BE" dirty="0" err="1"/>
              <a:t>Flex-Wrap</a:t>
            </a:r>
            <a:endParaRPr lang="nl-BE" dirty="0"/>
          </a:p>
        </p:txBody>
      </p:sp>
      <p:sp>
        <p:nvSpPr>
          <p:cNvPr id="3" name="Tijdelijke aanduiding voor inhoud 2">
            <a:extLst>
              <a:ext uri="{FF2B5EF4-FFF2-40B4-BE49-F238E27FC236}">
                <a16:creationId xmlns:a16="http://schemas.microsoft.com/office/drawing/2014/main" id="{65971E8C-2B18-CBEA-D20B-37D97ECEAFD2}"/>
              </a:ext>
            </a:extLst>
          </p:cNvPr>
          <p:cNvSpPr>
            <a:spLocks noGrp="1"/>
          </p:cNvSpPr>
          <p:nvPr>
            <p:ph idx="1"/>
          </p:nvPr>
        </p:nvSpPr>
        <p:spPr>
          <a:xfrm>
            <a:off x="581192" y="2340864"/>
            <a:ext cx="11029615" cy="464329"/>
          </a:xfrm>
        </p:spPr>
        <p:txBody>
          <a:bodyPr/>
          <a:lstStyle/>
          <a:p>
            <a:pPr marL="0" indent="0">
              <a:buNone/>
            </a:pPr>
            <a:r>
              <a:rPr lang="nl-BE" dirty="0"/>
              <a:t>Bepaalt of items op een nieuwe rij/kolom (afhankelijk van </a:t>
            </a:r>
            <a:r>
              <a:rPr lang="nl-BE" i="1" dirty="0" err="1"/>
              <a:t>flex-direction</a:t>
            </a:r>
            <a:r>
              <a:rPr lang="nl-BE" dirty="0"/>
              <a:t>) mogen beginnen als er te weinig plaats is.</a:t>
            </a:r>
          </a:p>
        </p:txBody>
      </p:sp>
      <p:pic>
        <p:nvPicPr>
          <p:cNvPr id="6146" name="Picture 2" descr="Code Snippet of Day 10: flex-wrap">
            <a:extLst>
              <a:ext uri="{FF2B5EF4-FFF2-40B4-BE49-F238E27FC236}">
                <a16:creationId xmlns:a16="http://schemas.microsoft.com/office/drawing/2014/main" id="{3178BEF3-1B90-3162-3A43-C8F0EFF823C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777" b="3689"/>
          <a:stretch>
            <a:fillRect/>
          </a:stretch>
        </p:blipFill>
        <p:spPr bwMode="auto">
          <a:xfrm>
            <a:off x="3808729" y="2716566"/>
            <a:ext cx="4574540" cy="4049993"/>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8844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D1731-B45C-58AB-AA5B-58AC6D10E3A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F5E0653-394E-4C59-4D56-75D7B6D25996}"/>
              </a:ext>
            </a:extLst>
          </p:cNvPr>
          <p:cNvSpPr>
            <a:spLocks noGrp="1"/>
          </p:cNvSpPr>
          <p:nvPr>
            <p:ph type="title"/>
          </p:nvPr>
        </p:nvSpPr>
        <p:spPr/>
        <p:txBody>
          <a:bodyPr/>
          <a:lstStyle/>
          <a:p>
            <a:r>
              <a:rPr lang="nl-BE" dirty="0" err="1"/>
              <a:t>Flex</a:t>
            </a:r>
            <a:r>
              <a:rPr lang="nl-BE" dirty="0"/>
              <a:t> – </a:t>
            </a:r>
            <a:r>
              <a:rPr lang="nl-BE" dirty="0" err="1"/>
              <a:t>Flex</a:t>
            </a:r>
            <a:r>
              <a:rPr lang="nl-BE" dirty="0"/>
              <a:t>-flow</a:t>
            </a:r>
          </a:p>
        </p:txBody>
      </p:sp>
      <p:sp>
        <p:nvSpPr>
          <p:cNvPr id="3" name="Tijdelijke aanduiding voor inhoud 2">
            <a:extLst>
              <a:ext uri="{FF2B5EF4-FFF2-40B4-BE49-F238E27FC236}">
                <a16:creationId xmlns:a16="http://schemas.microsoft.com/office/drawing/2014/main" id="{8D2E102E-1E4D-48FE-0834-07C333EED8E0}"/>
              </a:ext>
            </a:extLst>
          </p:cNvPr>
          <p:cNvSpPr>
            <a:spLocks noGrp="1"/>
          </p:cNvSpPr>
          <p:nvPr>
            <p:ph idx="1"/>
          </p:nvPr>
        </p:nvSpPr>
        <p:spPr>
          <a:xfrm>
            <a:off x="581192" y="2340864"/>
            <a:ext cx="11029615" cy="464329"/>
          </a:xfrm>
        </p:spPr>
        <p:txBody>
          <a:bodyPr/>
          <a:lstStyle/>
          <a:p>
            <a:pPr marL="0" indent="0">
              <a:buNone/>
            </a:pPr>
            <a:r>
              <a:rPr lang="nl-BE" dirty="0"/>
              <a:t>Combinatie van </a:t>
            </a:r>
            <a:r>
              <a:rPr lang="nl-BE" i="1" dirty="0" err="1"/>
              <a:t>flex-direction</a:t>
            </a:r>
            <a:r>
              <a:rPr lang="nl-BE" dirty="0"/>
              <a:t> en </a:t>
            </a:r>
            <a:r>
              <a:rPr lang="nl-BE" i="1" dirty="0" err="1"/>
              <a:t>flex-wrap</a:t>
            </a:r>
            <a:r>
              <a:rPr lang="nl-BE" dirty="0"/>
              <a:t>.</a:t>
            </a:r>
          </a:p>
        </p:txBody>
      </p:sp>
      <p:pic>
        <p:nvPicPr>
          <p:cNvPr id="7172" name="Picture 4" descr="Code Snippet of Day 11: flex-flow">
            <a:extLst>
              <a:ext uri="{FF2B5EF4-FFF2-40B4-BE49-F238E27FC236}">
                <a16:creationId xmlns:a16="http://schemas.microsoft.com/office/drawing/2014/main" id="{2EAEBDEB-F3C9-8011-BFDD-92055621048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844" b="2286"/>
          <a:stretch>
            <a:fillRect/>
          </a:stretch>
        </p:blipFill>
        <p:spPr bwMode="auto">
          <a:xfrm>
            <a:off x="3441700" y="2573028"/>
            <a:ext cx="4645660" cy="412856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864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BC2A0-8D57-02D9-67CD-42F165EA738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01DD6DC-5564-C58A-FEC0-B21E980F2AD0}"/>
              </a:ext>
            </a:extLst>
          </p:cNvPr>
          <p:cNvSpPr>
            <a:spLocks noGrp="1"/>
          </p:cNvSpPr>
          <p:nvPr>
            <p:ph type="title"/>
          </p:nvPr>
        </p:nvSpPr>
        <p:spPr/>
        <p:txBody>
          <a:bodyPr/>
          <a:lstStyle/>
          <a:p>
            <a:r>
              <a:rPr lang="nl-BE" dirty="0" err="1"/>
              <a:t>Flex</a:t>
            </a:r>
            <a:r>
              <a:rPr lang="nl-BE" dirty="0"/>
              <a:t> – </a:t>
            </a:r>
            <a:r>
              <a:rPr lang="nl-BE" dirty="0" err="1"/>
              <a:t>Justify</a:t>
            </a:r>
            <a:r>
              <a:rPr lang="nl-BE" dirty="0"/>
              <a:t>-content</a:t>
            </a:r>
          </a:p>
        </p:txBody>
      </p:sp>
      <p:sp>
        <p:nvSpPr>
          <p:cNvPr id="3" name="Tijdelijke aanduiding voor inhoud 2">
            <a:extLst>
              <a:ext uri="{FF2B5EF4-FFF2-40B4-BE49-F238E27FC236}">
                <a16:creationId xmlns:a16="http://schemas.microsoft.com/office/drawing/2014/main" id="{904B8A41-3E27-676A-208E-B499CC8192DF}"/>
              </a:ext>
            </a:extLst>
          </p:cNvPr>
          <p:cNvSpPr>
            <a:spLocks noGrp="1"/>
          </p:cNvSpPr>
          <p:nvPr>
            <p:ph idx="1"/>
          </p:nvPr>
        </p:nvSpPr>
        <p:spPr>
          <a:xfrm>
            <a:off x="581192" y="2340864"/>
            <a:ext cx="11029615" cy="464329"/>
          </a:xfrm>
        </p:spPr>
        <p:txBody>
          <a:bodyPr>
            <a:normAutofit/>
          </a:bodyPr>
          <a:lstStyle/>
          <a:p>
            <a:pPr marL="0" indent="0">
              <a:buNone/>
            </a:pPr>
            <a:r>
              <a:rPr lang="nl-BE" dirty="0"/>
              <a:t>Bepaalt hoe de elementen worden geplaatst op de </a:t>
            </a:r>
            <a:r>
              <a:rPr lang="nl-BE" dirty="0" err="1"/>
              <a:t>hoofd-as</a:t>
            </a:r>
            <a:r>
              <a:rPr lang="nl-BE" dirty="0"/>
              <a:t> (voorbeeld hieronder voor </a:t>
            </a:r>
            <a:r>
              <a:rPr lang="nl-BE" i="1" dirty="0" err="1"/>
              <a:t>flex-direction</a:t>
            </a:r>
            <a:r>
              <a:rPr lang="nl-BE" i="1" dirty="0"/>
              <a:t>: </a:t>
            </a:r>
            <a:r>
              <a:rPr lang="nl-BE" i="1" dirty="0" err="1"/>
              <a:t>row</a:t>
            </a:r>
            <a:r>
              <a:rPr lang="nl-BE" dirty="0"/>
              <a:t>)</a:t>
            </a:r>
          </a:p>
        </p:txBody>
      </p:sp>
      <p:pic>
        <p:nvPicPr>
          <p:cNvPr id="4098" name="Picture 2" descr="Day 12: justify-content [row] | SamanthaMing.com">
            <a:extLst>
              <a:ext uri="{FF2B5EF4-FFF2-40B4-BE49-F238E27FC236}">
                <a16:creationId xmlns:a16="http://schemas.microsoft.com/office/drawing/2014/main" id="{D476D90D-4355-F3B5-B498-9EECE9BB652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244" b="10978"/>
          <a:stretch>
            <a:fillRect/>
          </a:stretch>
        </p:blipFill>
        <p:spPr bwMode="auto">
          <a:xfrm>
            <a:off x="3451860" y="2889526"/>
            <a:ext cx="5062220" cy="3734793"/>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2440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05859-99A5-F749-E840-261555DE48C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7AFE638-4B74-204D-552B-36FF759D2576}"/>
              </a:ext>
            </a:extLst>
          </p:cNvPr>
          <p:cNvSpPr>
            <a:spLocks noGrp="1"/>
          </p:cNvSpPr>
          <p:nvPr>
            <p:ph type="title"/>
          </p:nvPr>
        </p:nvSpPr>
        <p:spPr/>
        <p:txBody>
          <a:bodyPr/>
          <a:lstStyle/>
          <a:p>
            <a:r>
              <a:rPr lang="nl-BE" dirty="0" err="1"/>
              <a:t>Flex</a:t>
            </a:r>
            <a:r>
              <a:rPr lang="nl-BE" dirty="0"/>
              <a:t> – </a:t>
            </a:r>
            <a:r>
              <a:rPr lang="nl-BE" dirty="0" err="1"/>
              <a:t>Align</a:t>
            </a:r>
            <a:r>
              <a:rPr lang="nl-BE" dirty="0"/>
              <a:t>-items</a:t>
            </a:r>
          </a:p>
        </p:txBody>
      </p:sp>
      <p:sp>
        <p:nvSpPr>
          <p:cNvPr id="3" name="Tijdelijke aanduiding voor inhoud 2">
            <a:extLst>
              <a:ext uri="{FF2B5EF4-FFF2-40B4-BE49-F238E27FC236}">
                <a16:creationId xmlns:a16="http://schemas.microsoft.com/office/drawing/2014/main" id="{F4931C3F-6C24-643E-E1C0-AE8A52E49757}"/>
              </a:ext>
            </a:extLst>
          </p:cNvPr>
          <p:cNvSpPr>
            <a:spLocks noGrp="1"/>
          </p:cNvSpPr>
          <p:nvPr>
            <p:ph idx="1"/>
          </p:nvPr>
        </p:nvSpPr>
        <p:spPr>
          <a:xfrm>
            <a:off x="581192" y="2340864"/>
            <a:ext cx="11029615" cy="464329"/>
          </a:xfrm>
        </p:spPr>
        <p:txBody>
          <a:bodyPr/>
          <a:lstStyle/>
          <a:p>
            <a:pPr marL="0" indent="0">
              <a:buNone/>
            </a:pPr>
            <a:r>
              <a:rPr lang="nl-BE" dirty="0"/>
              <a:t>Bepaalt hoe de elementen worden geplaatst dwars op de </a:t>
            </a:r>
            <a:r>
              <a:rPr lang="nl-BE" dirty="0" err="1"/>
              <a:t>hoofd-as</a:t>
            </a:r>
            <a:r>
              <a:rPr lang="nl-BE" dirty="0"/>
              <a:t> (voorbeeld hieronder voor </a:t>
            </a:r>
            <a:r>
              <a:rPr lang="nl-BE" i="1" dirty="0" err="1"/>
              <a:t>flex-direction</a:t>
            </a:r>
            <a:r>
              <a:rPr lang="nl-BE" i="1" dirty="0"/>
              <a:t>: </a:t>
            </a:r>
            <a:r>
              <a:rPr lang="nl-BE" i="1" dirty="0" err="1"/>
              <a:t>row</a:t>
            </a:r>
            <a:r>
              <a:rPr lang="nl-BE" dirty="0"/>
              <a:t>)</a:t>
            </a:r>
          </a:p>
        </p:txBody>
      </p:sp>
      <p:pic>
        <p:nvPicPr>
          <p:cNvPr id="4100" name="Picture 4" descr="Code Snippet of Day 15: align-items [row]">
            <a:extLst>
              <a:ext uri="{FF2B5EF4-FFF2-40B4-BE49-F238E27FC236}">
                <a16:creationId xmlns:a16="http://schemas.microsoft.com/office/drawing/2014/main" id="{70D6D1EB-E625-063A-D89B-80EF912842D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222" b="5466"/>
          <a:stretch>
            <a:fillRect/>
          </a:stretch>
        </p:blipFill>
        <p:spPr bwMode="auto">
          <a:xfrm>
            <a:off x="3757550" y="2805193"/>
            <a:ext cx="4676898" cy="3849607"/>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0267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D1C4F-774E-9215-7FD6-22B7ED7A0FB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03AAAA6-4DF8-377E-F874-871061CE2E52}"/>
              </a:ext>
            </a:extLst>
          </p:cNvPr>
          <p:cNvSpPr>
            <a:spLocks noGrp="1"/>
          </p:cNvSpPr>
          <p:nvPr>
            <p:ph type="title"/>
          </p:nvPr>
        </p:nvSpPr>
        <p:spPr/>
        <p:txBody>
          <a:bodyPr/>
          <a:lstStyle/>
          <a:p>
            <a:r>
              <a:rPr lang="nl-BE" dirty="0" err="1"/>
              <a:t>Flex</a:t>
            </a:r>
            <a:r>
              <a:rPr lang="nl-BE" dirty="0"/>
              <a:t> – </a:t>
            </a:r>
            <a:r>
              <a:rPr lang="nl-BE" dirty="0" err="1"/>
              <a:t>Align</a:t>
            </a:r>
            <a:r>
              <a:rPr lang="nl-BE" dirty="0"/>
              <a:t>-content</a:t>
            </a:r>
          </a:p>
        </p:txBody>
      </p:sp>
      <p:sp>
        <p:nvSpPr>
          <p:cNvPr id="3" name="Tijdelijke aanduiding voor inhoud 2">
            <a:extLst>
              <a:ext uri="{FF2B5EF4-FFF2-40B4-BE49-F238E27FC236}">
                <a16:creationId xmlns:a16="http://schemas.microsoft.com/office/drawing/2014/main" id="{BF9FF165-9EC5-551F-C4D5-66F305362B2A}"/>
              </a:ext>
            </a:extLst>
          </p:cNvPr>
          <p:cNvSpPr>
            <a:spLocks noGrp="1"/>
          </p:cNvSpPr>
          <p:nvPr>
            <p:ph idx="1"/>
          </p:nvPr>
        </p:nvSpPr>
        <p:spPr>
          <a:xfrm>
            <a:off x="581192" y="2340864"/>
            <a:ext cx="11029615" cy="464329"/>
          </a:xfrm>
        </p:spPr>
        <p:txBody>
          <a:bodyPr/>
          <a:lstStyle/>
          <a:p>
            <a:pPr marL="0" indent="0">
              <a:buNone/>
            </a:pPr>
            <a:r>
              <a:rPr lang="nl-BE" dirty="0"/>
              <a:t>Bepaalt hoe de verschillende rijen (of kolommen, hier </a:t>
            </a:r>
            <a:r>
              <a:rPr lang="nl-BE" i="1" dirty="0"/>
              <a:t>flow-</a:t>
            </a:r>
            <a:r>
              <a:rPr lang="nl-BE" i="1" dirty="0" err="1"/>
              <a:t>direction</a:t>
            </a:r>
            <a:r>
              <a:rPr lang="nl-BE" i="1" dirty="0"/>
              <a:t> </a:t>
            </a:r>
            <a:r>
              <a:rPr lang="nl-BE" i="1" dirty="0" err="1"/>
              <a:t>row</a:t>
            </a:r>
            <a:r>
              <a:rPr lang="nl-BE" dirty="0"/>
              <a:t>) worden geplaatst.</a:t>
            </a:r>
          </a:p>
        </p:txBody>
      </p:sp>
      <p:pic>
        <p:nvPicPr>
          <p:cNvPr id="8194" name="Picture 2" descr="Code Snippet of Day 18: align-content">
            <a:extLst>
              <a:ext uri="{FF2B5EF4-FFF2-40B4-BE49-F238E27FC236}">
                <a16:creationId xmlns:a16="http://schemas.microsoft.com/office/drawing/2014/main" id="{F456094B-A293-C68A-B9C6-5740651003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133" b="2286"/>
          <a:stretch>
            <a:fillRect/>
          </a:stretch>
        </p:blipFill>
        <p:spPr bwMode="auto">
          <a:xfrm>
            <a:off x="3717289" y="2596281"/>
            <a:ext cx="4757420" cy="4261719"/>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070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45EC-C914-7990-B091-0AF69AEE40F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1C1623F-DA0E-F7B6-DBF2-07C593404A71}"/>
              </a:ext>
            </a:extLst>
          </p:cNvPr>
          <p:cNvSpPr>
            <a:spLocks noGrp="1"/>
          </p:cNvSpPr>
          <p:nvPr>
            <p:ph type="title"/>
          </p:nvPr>
        </p:nvSpPr>
        <p:spPr/>
        <p:txBody>
          <a:bodyPr/>
          <a:lstStyle/>
          <a:p>
            <a:r>
              <a:rPr lang="nl-BE" dirty="0" err="1"/>
              <a:t>Flex</a:t>
            </a:r>
            <a:r>
              <a:rPr lang="nl-BE" dirty="0"/>
              <a:t> – </a:t>
            </a:r>
            <a:r>
              <a:rPr lang="nl-BE" dirty="0" err="1"/>
              <a:t>Grow</a:t>
            </a:r>
            <a:r>
              <a:rPr lang="nl-BE" dirty="0"/>
              <a:t>, </a:t>
            </a:r>
            <a:r>
              <a:rPr lang="nl-BE" dirty="0" err="1"/>
              <a:t>shrink</a:t>
            </a:r>
            <a:r>
              <a:rPr lang="nl-BE" dirty="0"/>
              <a:t>, basis</a:t>
            </a:r>
          </a:p>
        </p:txBody>
      </p:sp>
      <p:sp>
        <p:nvSpPr>
          <p:cNvPr id="3" name="Tijdelijke aanduiding voor inhoud 2">
            <a:extLst>
              <a:ext uri="{FF2B5EF4-FFF2-40B4-BE49-F238E27FC236}">
                <a16:creationId xmlns:a16="http://schemas.microsoft.com/office/drawing/2014/main" id="{89FB71DA-8DD8-70D2-119C-6DC8FCAA5E52}"/>
              </a:ext>
            </a:extLst>
          </p:cNvPr>
          <p:cNvSpPr>
            <a:spLocks noGrp="1"/>
          </p:cNvSpPr>
          <p:nvPr>
            <p:ph idx="1"/>
          </p:nvPr>
        </p:nvSpPr>
        <p:spPr>
          <a:xfrm>
            <a:off x="581192" y="2340864"/>
            <a:ext cx="11029615" cy="3480816"/>
          </a:xfrm>
        </p:spPr>
        <p:txBody>
          <a:bodyPr/>
          <a:lstStyle/>
          <a:p>
            <a:pPr marL="0" indent="0">
              <a:buNone/>
            </a:pPr>
            <a:r>
              <a:rPr lang="nl-BE" dirty="0"/>
              <a:t>Is in te stellen </a:t>
            </a:r>
            <a:r>
              <a:rPr lang="nl-BE" b="1" dirty="0"/>
              <a:t>per item</a:t>
            </a:r>
            <a:r>
              <a:rPr lang="nl-BE" dirty="0"/>
              <a:t> in de </a:t>
            </a:r>
            <a:r>
              <a:rPr lang="nl-BE" dirty="0" err="1"/>
              <a:t>flexbox</a:t>
            </a:r>
            <a:r>
              <a:rPr lang="nl-BE" dirty="0"/>
              <a:t>! (kan ook met class, </a:t>
            </a:r>
            <a:r>
              <a:rPr lang="nl-BE" dirty="0" err="1"/>
              <a:t>id</a:t>
            </a:r>
            <a:r>
              <a:rPr lang="nl-BE" dirty="0"/>
              <a:t>, </a:t>
            </a:r>
            <a:r>
              <a:rPr lang="nl-BE" dirty="0" err="1"/>
              <a:t>selector</a:t>
            </a:r>
            <a:r>
              <a:rPr lang="nl-BE" dirty="0"/>
              <a:t> (</a:t>
            </a:r>
            <a:r>
              <a:rPr lang="nl-BE" dirty="0" err="1"/>
              <a:t>nth-child</a:t>
            </a:r>
            <a:r>
              <a:rPr lang="nl-BE" dirty="0"/>
              <a:t>), …)</a:t>
            </a:r>
          </a:p>
          <a:p>
            <a:pPr marL="0" indent="0">
              <a:buNone/>
            </a:pPr>
            <a:endParaRPr lang="nl-BE" dirty="0"/>
          </a:p>
          <a:p>
            <a:r>
              <a:rPr lang="nl-BE" dirty="0" err="1"/>
              <a:t>flex-grow</a:t>
            </a:r>
            <a:r>
              <a:rPr lang="nl-BE" dirty="0"/>
              <a:t>: bepaalt hoeveel het item mag groeien t.o.v. de andere items</a:t>
            </a:r>
          </a:p>
          <a:p>
            <a:r>
              <a:rPr lang="nl-BE" dirty="0" err="1"/>
              <a:t>flex-shrink</a:t>
            </a:r>
            <a:r>
              <a:rPr lang="nl-BE" dirty="0"/>
              <a:t>: bepaalt hoeveel het item mag krimpen t.o.v. de andere items</a:t>
            </a:r>
          </a:p>
          <a:p>
            <a:r>
              <a:rPr lang="nl-BE" dirty="0" err="1"/>
              <a:t>flex</a:t>
            </a:r>
            <a:r>
              <a:rPr lang="nl-BE" dirty="0"/>
              <a:t>-basis: bepaalt de breedte van het element waarmee het start (voor </a:t>
            </a:r>
            <a:r>
              <a:rPr lang="nl-BE" dirty="0" err="1"/>
              <a:t>grow</a:t>
            </a:r>
            <a:r>
              <a:rPr lang="nl-BE" dirty="0"/>
              <a:t> en </a:t>
            </a:r>
            <a:r>
              <a:rPr lang="nl-BE" dirty="0" err="1"/>
              <a:t>shrink</a:t>
            </a:r>
            <a:r>
              <a:rPr lang="nl-BE" dirty="0"/>
              <a:t>)</a:t>
            </a:r>
          </a:p>
          <a:p>
            <a:endParaRPr lang="nl-BE" dirty="0"/>
          </a:p>
          <a:p>
            <a:pPr marL="0" indent="0">
              <a:buNone/>
            </a:pPr>
            <a:r>
              <a:rPr lang="nl-BE" dirty="0"/>
              <a:t>Combineren als </a:t>
            </a:r>
            <a:r>
              <a:rPr lang="nl-BE" i="1" dirty="0" err="1"/>
              <a:t>flex</a:t>
            </a:r>
            <a:r>
              <a:rPr lang="nl-BE" i="1" dirty="0"/>
              <a:t>: </a:t>
            </a:r>
            <a:r>
              <a:rPr lang="nl-BE" i="1" dirty="0" err="1"/>
              <a:t>grow</a:t>
            </a:r>
            <a:r>
              <a:rPr lang="nl-BE" i="1" dirty="0"/>
              <a:t> </a:t>
            </a:r>
            <a:r>
              <a:rPr lang="nl-BE" i="1" dirty="0" err="1"/>
              <a:t>shrink</a:t>
            </a:r>
            <a:r>
              <a:rPr lang="nl-BE" dirty="0"/>
              <a:t> basis (bv. </a:t>
            </a:r>
            <a:r>
              <a:rPr lang="nl-BE" i="1" dirty="0" err="1"/>
              <a:t>flex</a:t>
            </a:r>
            <a:r>
              <a:rPr lang="nl-BE" i="1" dirty="0"/>
              <a:t>: 1 0 200px</a:t>
            </a:r>
            <a:r>
              <a:rPr lang="nl-BE" dirty="0"/>
              <a:t>)</a:t>
            </a:r>
          </a:p>
          <a:p>
            <a:pPr marL="0" indent="0">
              <a:buNone/>
            </a:pPr>
            <a:endParaRPr lang="nl-BE" dirty="0"/>
          </a:p>
        </p:txBody>
      </p:sp>
    </p:spTree>
    <p:extLst>
      <p:ext uri="{BB962C8B-B14F-4D97-AF65-F5344CB8AC3E}">
        <p14:creationId xmlns:p14="http://schemas.microsoft.com/office/powerpoint/2010/main" val="1941815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F941B-7E71-8829-CE3A-92710A84A11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628B107-06D1-D29E-7228-1802741E8E5D}"/>
              </a:ext>
            </a:extLst>
          </p:cNvPr>
          <p:cNvSpPr>
            <a:spLocks noGrp="1"/>
          </p:cNvSpPr>
          <p:nvPr>
            <p:ph type="title"/>
          </p:nvPr>
        </p:nvSpPr>
        <p:spPr/>
        <p:txBody>
          <a:bodyPr/>
          <a:lstStyle/>
          <a:p>
            <a:r>
              <a:rPr lang="nl-BE" dirty="0" err="1"/>
              <a:t>Flex</a:t>
            </a:r>
            <a:r>
              <a:rPr lang="nl-BE" dirty="0"/>
              <a:t> – </a:t>
            </a:r>
            <a:r>
              <a:rPr lang="nl-BE" dirty="0" err="1"/>
              <a:t>Grow</a:t>
            </a:r>
            <a:r>
              <a:rPr lang="nl-BE" dirty="0"/>
              <a:t>, </a:t>
            </a:r>
            <a:r>
              <a:rPr lang="nl-BE" dirty="0" err="1"/>
              <a:t>shrink</a:t>
            </a:r>
            <a:r>
              <a:rPr lang="nl-BE" dirty="0"/>
              <a:t>, basis</a:t>
            </a:r>
          </a:p>
        </p:txBody>
      </p:sp>
      <p:pic>
        <p:nvPicPr>
          <p:cNvPr id="9218" name="Picture 2" descr="Code Snippet of Day 21: flex-grow">
            <a:extLst>
              <a:ext uri="{FF2B5EF4-FFF2-40B4-BE49-F238E27FC236}">
                <a16:creationId xmlns:a16="http://schemas.microsoft.com/office/drawing/2014/main" id="{78083FAE-FECD-FC59-4535-24666CDCA7C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134" b="3866"/>
          <a:stretch>
            <a:fillRect/>
          </a:stretch>
        </p:blipFill>
        <p:spPr bwMode="auto">
          <a:xfrm>
            <a:off x="0" y="2860300"/>
            <a:ext cx="4090910" cy="3600000"/>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pic>
        <p:nvPicPr>
          <p:cNvPr id="9220" name="Picture 4" descr="Code Snippet of Day 23: flex-shrink">
            <a:extLst>
              <a:ext uri="{FF2B5EF4-FFF2-40B4-BE49-F238E27FC236}">
                <a16:creationId xmlns:a16="http://schemas.microsoft.com/office/drawing/2014/main" id="{AB22ED52-8671-80AE-A392-5E7F60B8B74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489" b="2286"/>
          <a:stretch>
            <a:fillRect/>
          </a:stretch>
        </p:blipFill>
        <p:spPr bwMode="auto">
          <a:xfrm>
            <a:off x="3927750" y="2860300"/>
            <a:ext cx="4034748" cy="3600000"/>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pic>
        <p:nvPicPr>
          <p:cNvPr id="9222" name="Picture 6" descr="Code Snippet of Day 25: flex-basis">
            <a:extLst>
              <a:ext uri="{FF2B5EF4-FFF2-40B4-BE49-F238E27FC236}">
                <a16:creationId xmlns:a16="http://schemas.microsoft.com/office/drawing/2014/main" id="{A7E48FA6-6DDE-5785-0239-FB77A82CC96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310" b="2286"/>
          <a:stretch>
            <a:fillRect/>
          </a:stretch>
        </p:blipFill>
        <p:spPr bwMode="auto">
          <a:xfrm>
            <a:off x="7835128" y="2712719"/>
            <a:ext cx="4356872" cy="3895162"/>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4818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20B913-060D-BA79-6B37-C68D5578B004}"/>
              </a:ext>
            </a:extLst>
          </p:cNvPr>
          <p:cNvSpPr>
            <a:spLocks noGrp="1"/>
          </p:cNvSpPr>
          <p:nvPr>
            <p:ph type="title"/>
          </p:nvPr>
        </p:nvSpPr>
        <p:spPr/>
        <p:txBody>
          <a:bodyPr/>
          <a:lstStyle/>
          <a:p>
            <a:r>
              <a:rPr lang="nl-BE" dirty="0"/>
              <a:t>Oefeningen</a:t>
            </a:r>
          </a:p>
        </p:txBody>
      </p:sp>
      <p:sp>
        <p:nvSpPr>
          <p:cNvPr id="3" name="Tijdelijke aanduiding voor inhoud 2">
            <a:extLst>
              <a:ext uri="{FF2B5EF4-FFF2-40B4-BE49-F238E27FC236}">
                <a16:creationId xmlns:a16="http://schemas.microsoft.com/office/drawing/2014/main" id="{39EFDC09-F2DF-B42E-CBE3-81AA0D23C17B}"/>
              </a:ext>
            </a:extLst>
          </p:cNvPr>
          <p:cNvSpPr>
            <a:spLocks noGrp="1"/>
          </p:cNvSpPr>
          <p:nvPr>
            <p:ph idx="1"/>
          </p:nvPr>
        </p:nvSpPr>
        <p:spPr/>
        <p:txBody>
          <a:bodyPr/>
          <a:lstStyle/>
          <a:p>
            <a:r>
              <a:rPr lang="nl-BE" dirty="0"/>
              <a:t>Maak een webpagina met hierop een </a:t>
            </a:r>
            <a:r>
              <a:rPr lang="nl-BE" dirty="0" err="1"/>
              <a:t>oplijsting</a:t>
            </a:r>
            <a:r>
              <a:rPr lang="nl-BE" dirty="0"/>
              <a:t> van jouw favoriete films. Per film maak je een div, waarin de affiche van de film onder de titel staat (vet). De affiches zijn steeds 200 </a:t>
            </a:r>
            <a:r>
              <a:rPr lang="nl-BE" dirty="0" err="1"/>
              <a:t>px</a:t>
            </a:r>
            <a:r>
              <a:rPr lang="nl-BE" dirty="0"/>
              <a:t> breed. Zorg dat deze van links naar rechts lopen, van boven naar onder.</a:t>
            </a:r>
          </a:p>
          <a:p>
            <a:r>
              <a:rPr lang="nl-BE" dirty="0"/>
              <a:t>Maak een webpagina met een lijst van jouw favoriete muziekalbums. Per album maak je een div, waarin: de titel van het album (vet), artiest, en een afbeelding van de albumcover (300px breed) staat. Voeg een achtergrondkleur toe aan elke div, zodat deze goed te onderscheiden zijn.</a:t>
            </a:r>
          </a:p>
          <a:p>
            <a:pPr lvl="1"/>
            <a:r>
              <a:rPr lang="nl-BE" dirty="0"/>
              <a:t>Extra uitdaging: zorg ervoor dat als je over een item beweegt met de muis, deze achtergrond zwart wordt, tekstkleur wit en dat alle andere items lichtgrijs worden.</a:t>
            </a:r>
          </a:p>
          <a:p>
            <a:r>
              <a:rPr lang="nl-BE" dirty="0"/>
              <a:t>Maak een webpagina met jouw favoriete dieren. Zorg ervoor dat ze in kolommen verschijnen, van links naar rechts. Per dier kies je een afbeelding, die je een hoogte geeft van 300px.</a:t>
            </a:r>
          </a:p>
          <a:p>
            <a:pPr lvl="1"/>
            <a:r>
              <a:rPr lang="nl-BE" dirty="0"/>
              <a:t>Uitdaging: zorg ervoor dat de afbeeldingen in een cirkel worden weergegeven </a:t>
            </a:r>
            <a:r>
              <a:rPr lang="nl-BE"/>
              <a:t>(border-radius).</a:t>
            </a:r>
            <a:endParaRPr lang="nl-BE" dirty="0"/>
          </a:p>
          <a:p>
            <a:endParaRPr lang="nl-BE" dirty="0"/>
          </a:p>
        </p:txBody>
      </p:sp>
    </p:spTree>
    <p:extLst>
      <p:ext uri="{BB962C8B-B14F-4D97-AF65-F5344CB8AC3E}">
        <p14:creationId xmlns:p14="http://schemas.microsoft.com/office/powerpoint/2010/main" val="4212865320"/>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41798728_TF33552983" id="{B307C1E5-D0FD-4DAE-B592-13A4DBB3A647}" vid="{B53C4DDB-7E7C-452A-92B1-12FD818A8AC4}"/>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{EE73D3C2-750E-49C9-81EF-5ABFE5299998}tf33552983_win32</Template>
  <TotalTime>0</TotalTime>
  <Words>527</Words>
  <Application>Microsoft Office PowerPoint</Application>
  <PresentationFormat>Breedbeeld</PresentationFormat>
  <Paragraphs>47</Paragraphs>
  <Slides>17</Slides>
  <Notes>0</Notes>
  <HiddenSlides>0</HiddenSlides>
  <MMClips>0</MMClips>
  <ScaleCrop>false</ScaleCrop>
  <HeadingPairs>
    <vt:vector size="6" baseType="variant">
      <vt:variant>
        <vt:lpstr>Gebruikte lettertypen</vt:lpstr>
      </vt:variant>
      <vt:variant>
        <vt:i4>5</vt:i4>
      </vt:variant>
      <vt:variant>
        <vt:lpstr>Thema</vt:lpstr>
      </vt:variant>
      <vt:variant>
        <vt:i4>1</vt:i4>
      </vt:variant>
      <vt:variant>
        <vt:lpstr>Diatitels</vt:lpstr>
      </vt:variant>
      <vt:variant>
        <vt:i4>17</vt:i4>
      </vt:variant>
    </vt:vector>
  </HeadingPairs>
  <TitlesOfParts>
    <vt:vector size="23" baseType="lpstr">
      <vt:lpstr>Arial</vt:lpstr>
      <vt:lpstr>Calibri</vt:lpstr>
      <vt:lpstr>Franklin Gothic Book</vt:lpstr>
      <vt:lpstr>Franklin Gothic Demi</vt:lpstr>
      <vt:lpstr>Wingdings 2</vt:lpstr>
      <vt:lpstr>DividendVTI</vt:lpstr>
      <vt:lpstr>Webdesign: Display</vt:lpstr>
      <vt:lpstr>Display</vt:lpstr>
      <vt:lpstr>Block VS Inline</vt:lpstr>
      <vt:lpstr>Block VS Inline</vt:lpstr>
      <vt:lpstr>Block VS Inline</vt:lpstr>
      <vt:lpstr>FLEX</vt:lpstr>
      <vt:lpstr>Flex</vt:lpstr>
      <vt:lpstr>Flex - Display</vt:lpstr>
      <vt:lpstr>Flex – Flex-direction</vt:lpstr>
      <vt:lpstr>Flex – Flex-Wrap</vt:lpstr>
      <vt:lpstr>Flex – Flex-flow</vt:lpstr>
      <vt:lpstr>Flex – Justify-content</vt:lpstr>
      <vt:lpstr>Flex – Align-items</vt:lpstr>
      <vt:lpstr>Flex – Align-content</vt:lpstr>
      <vt:lpstr>Flex – Grow, shrink, basis</vt:lpstr>
      <vt:lpstr>Flex – Grow, shrink, basis</vt:lpstr>
      <vt:lpstr>Oefeningen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Webdesign</dc:title>
  <dc:creator>Renaud Leroy</dc:creator>
  <cp:lastModifiedBy>Renaud Leroy</cp:lastModifiedBy>
  <cp:revision>8</cp:revision>
  <dcterms:created xsi:type="dcterms:W3CDTF">2025-09-12T03:16:36Z</dcterms:created>
  <dcterms:modified xsi:type="dcterms:W3CDTF">2025-11-07T09:29:12Z</dcterms:modified>
</cp:coreProperties>
</file>